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192" y="-2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lerio, Santiago" userId="cb286a09-927b-4d22-9d8f-4c2570b52930" providerId="ADAL" clId="{12CAE670-9A3C-4BEA-8806-935B51193731}"/>
    <pc:docChg chg="undo custSel addSld modSld">
      <pc:chgData name="Callerio, Santiago" userId="cb286a09-927b-4d22-9d8f-4c2570b52930" providerId="ADAL" clId="{12CAE670-9A3C-4BEA-8806-935B51193731}" dt="2025-09-02T04:17:24.668" v="107" actId="1037"/>
      <pc:docMkLst>
        <pc:docMk/>
      </pc:docMkLst>
      <pc:sldChg chg="addSp delSp modSp">
        <pc:chgData name="Callerio, Santiago" userId="cb286a09-927b-4d22-9d8f-4c2570b52930" providerId="ADAL" clId="{12CAE670-9A3C-4BEA-8806-935B51193731}" dt="2025-08-13T20:59:47.438" v="54" actId="1036"/>
        <pc:sldMkLst>
          <pc:docMk/>
          <pc:sldMk cId="312260390" sldId="256"/>
        </pc:sldMkLst>
        <pc:spChg chg="mod">
          <ac:chgData name="Callerio, Santiago" userId="cb286a09-927b-4d22-9d8f-4c2570b52930" providerId="ADAL" clId="{12CAE670-9A3C-4BEA-8806-935B51193731}" dt="2025-08-13T20:59:38.891" v="53" actId="1037"/>
          <ac:spMkLst>
            <pc:docMk/>
            <pc:sldMk cId="312260390" sldId="256"/>
            <ac:spMk id="90" creationId="{B20B93AA-4427-4846-80A7-D3FFB4999ED0}"/>
          </ac:spMkLst>
        </pc:spChg>
        <pc:spChg chg="mod">
          <ac:chgData name="Callerio, Santiago" userId="cb286a09-927b-4d22-9d8f-4c2570b52930" providerId="ADAL" clId="{12CAE670-9A3C-4BEA-8806-935B51193731}" dt="2025-08-13T04:45:35.980" v="31" actId="1038"/>
          <ac:spMkLst>
            <pc:docMk/>
            <pc:sldMk cId="312260390" sldId="256"/>
            <ac:spMk id="138" creationId="{9B5B5E1B-0EA9-4B2A-B1AF-94457065755E}"/>
          </ac:spMkLst>
        </pc:spChg>
        <pc:spChg chg="mod">
          <ac:chgData name="Callerio, Santiago" userId="cb286a09-927b-4d22-9d8f-4c2570b52930" providerId="ADAL" clId="{12CAE670-9A3C-4BEA-8806-935B51193731}" dt="2025-08-13T20:59:47.438" v="54" actId="1036"/>
          <ac:spMkLst>
            <pc:docMk/>
            <pc:sldMk cId="312260390" sldId="256"/>
            <ac:spMk id="148" creationId="{743A082C-95F7-4916-9B26-B56D9B439922}"/>
          </ac:spMkLst>
        </pc:spChg>
        <pc:spChg chg="mod topLvl">
          <ac:chgData name="Callerio, Santiago" userId="cb286a09-927b-4d22-9d8f-4c2570b52930" providerId="ADAL" clId="{12CAE670-9A3C-4BEA-8806-935B51193731}" dt="2025-08-13T04:45:49.852" v="32" actId="164"/>
          <ac:spMkLst>
            <pc:docMk/>
            <pc:sldMk cId="312260390" sldId="256"/>
            <ac:spMk id="157" creationId="{2212293B-846E-4776-930E-9123CFD2A988}"/>
          </ac:spMkLst>
        </pc:spChg>
        <pc:grpChg chg="mod topLvl">
          <ac:chgData name="Callerio, Santiago" userId="cb286a09-927b-4d22-9d8f-4c2570b52930" providerId="ADAL" clId="{12CAE670-9A3C-4BEA-8806-935B51193731}" dt="2025-08-13T04:45:49.852" v="32" actId="164"/>
          <ac:grpSpMkLst>
            <pc:docMk/>
            <pc:sldMk cId="312260390" sldId="256"/>
            <ac:grpSpMk id="97" creationId="{86D703E6-CB2F-46FD-AD0D-C32CE9621297}"/>
          </ac:grpSpMkLst>
        </pc:grpChg>
        <pc:grpChg chg="mod topLvl">
          <ac:chgData name="Callerio, Santiago" userId="cb286a09-927b-4d22-9d8f-4c2570b52930" providerId="ADAL" clId="{12CAE670-9A3C-4BEA-8806-935B51193731}" dt="2025-08-13T04:45:49.852" v="32" actId="164"/>
          <ac:grpSpMkLst>
            <pc:docMk/>
            <pc:sldMk cId="312260390" sldId="256"/>
            <ac:grpSpMk id="116" creationId="{0CA2118E-F3BC-45F7-A469-A2F409469962}"/>
          </ac:grpSpMkLst>
        </pc:grpChg>
        <pc:grpChg chg="mod topLvl">
          <ac:chgData name="Callerio, Santiago" userId="cb286a09-927b-4d22-9d8f-4c2570b52930" providerId="ADAL" clId="{12CAE670-9A3C-4BEA-8806-935B51193731}" dt="2025-08-13T04:45:49.852" v="32" actId="164"/>
          <ac:grpSpMkLst>
            <pc:docMk/>
            <pc:sldMk cId="312260390" sldId="256"/>
            <ac:grpSpMk id="136" creationId="{0C426FBC-641F-4B2E-97CB-7C2EF3064574}"/>
          </ac:grpSpMkLst>
        </pc:grpChg>
        <pc:grpChg chg="mod topLvl">
          <ac:chgData name="Callerio, Santiago" userId="cb286a09-927b-4d22-9d8f-4c2570b52930" providerId="ADAL" clId="{12CAE670-9A3C-4BEA-8806-935B51193731}" dt="2025-08-13T04:45:49.852" v="32" actId="164"/>
          <ac:grpSpMkLst>
            <pc:docMk/>
            <pc:sldMk cId="312260390" sldId="256"/>
            <ac:grpSpMk id="155" creationId="{9CAB0733-4EE9-439B-BDC1-D4F71276574F}"/>
          </ac:grpSpMkLst>
        </pc:grpChg>
        <pc:grpChg chg="del mod topLvl">
          <ac:chgData name="Callerio, Santiago" userId="cb286a09-927b-4d22-9d8f-4c2570b52930" providerId="ADAL" clId="{12CAE670-9A3C-4BEA-8806-935B51193731}" dt="2025-08-13T04:43:40.087" v="1" actId="165"/>
          <ac:grpSpMkLst>
            <pc:docMk/>
            <pc:sldMk cId="312260390" sldId="256"/>
            <ac:grpSpMk id="156" creationId="{819742AE-2403-41A5-AD3A-F0E9448BB528}"/>
          </ac:grpSpMkLst>
        </pc:grpChg>
        <pc:grpChg chg="del">
          <ac:chgData name="Callerio, Santiago" userId="cb286a09-927b-4d22-9d8f-4c2570b52930" providerId="ADAL" clId="{12CAE670-9A3C-4BEA-8806-935B51193731}" dt="2025-08-13T04:43:36.761" v="0" actId="165"/>
          <ac:grpSpMkLst>
            <pc:docMk/>
            <pc:sldMk cId="312260390" sldId="256"/>
            <ac:grpSpMk id="158" creationId="{0126C429-CCF0-4AEA-A937-45FEFEE9B92E}"/>
          </ac:grpSpMkLst>
        </pc:grpChg>
        <pc:grpChg chg="add mod">
          <ac:chgData name="Callerio, Santiago" userId="cb286a09-927b-4d22-9d8f-4c2570b52930" providerId="ADAL" clId="{12CAE670-9A3C-4BEA-8806-935B51193731}" dt="2025-08-13T04:45:49.852" v="32" actId="164"/>
          <ac:grpSpMkLst>
            <pc:docMk/>
            <pc:sldMk cId="312260390" sldId="256"/>
            <ac:grpSpMk id="159" creationId="{261DE812-234B-4E50-AA1D-9B18D529DD6A}"/>
          </ac:grpSpMkLst>
        </pc:grpChg>
        <pc:picChg chg="mod topLvl">
          <ac:chgData name="Callerio, Santiago" userId="cb286a09-927b-4d22-9d8f-4c2570b52930" providerId="ADAL" clId="{12CAE670-9A3C-4BEA-8806-935B51193731}" dt="2025-08-13T04:43:40.087" v="1" actId="165"/>
          <ac:picMkLst>
            <pc:docMk/>
            <pc:sldMk cId="312260390" sldId="256"/>
            <ac:picMk id="154" creationId="{8E9D0CF1-7DD5-46A7-8044-FBF08954D8E6}"/>
          </ac:picMkLst>
        </pc:picChg>
      </pc:sldChg>
      <pc:sldChg chg="addSp delSp modSp add">
        <pc:chgData name="Callerio, Santiago" userId="cb286a09-927b-4d22-9d8f-4c2570b52930" providerId="ADAL" clId="{12CAE670-9A3C-4BEA-8806-935B51193731}" dt="2025-09-02T04:17:24.668" v="107" actId="1037"/>
        <pc:sldMkLst>
          <pc:docMk/>
          <pc:sldMk cId="665169573" sldId="257"/>
        </pc:sldMkLst>
        <pc:spChg chg="add mod ord">
          <ac:chgData name="Callerio, Santiago" userId="cb286a09-927b-4d22-9d8f-4c2570b52930" providerId="ADAL" clId="{12CAE670-9A3C-4BEA-8806-935B51193731}" dt="2025-08-13T21:02:58.533" v="78" actId="207"/>
          <ac:spMkLst>
            <pc:docMk/>
            <pc:sldMk cId="665169573" sldId="257"/>
            <ac:spMk id="2" creationId="{B156C6B3-D044-4FAC-8B58-17B98512ACC1}"/>
          </ac:spMkLst>
        </pc:spChg>
        <pc:spChg chg="mod ord topLvl">
          <ac:chgData name="Callerio, Santiago" userId="cb286a09-927b-4d22-9d8f-4c2570b52930" providerId="ADAL" clId="{12CAE670-9A3C-4BEA-8806-935B51193731}" dt="2025-09-02T04:17:24.668" v="107" actId="1037"/>
          <ac:spMkLst>
            <pc:docMk/>
            <pc:sldMk cId="665169573" sldId="257"/>
            <ac:spMk id="80" creationId="{D049EC34-2E78-457C-A5F4-6947172A0FF1}"/>
          </ac:spMkLst>
        </pc:spChg>
        <pc:spChg chg="mod topLvl">
          <ac:chgData name="Callerio, Santiago" userId="cb286a09-927b-4d22-9d8f-4c2570b52930" providerId="ADAL" clId="{12CAE670-9A3C-4BEA-8806-935B51193731}" dt="2025-08-13T21:02:12.146" v="73" actId="164"/>
          <ac:spMkLst>
            <pc:docMk/>
            <pc:sldMk cId="665169573" sldId="257"/>
            <ac:spMk id="84" creationId="{6EB9DD60-1331-4DFF-8C36-DD1194B7B265}"/>
          </ac:spMkLst>
        </pc:spChg>
        <pc:spChg chg="mod topLvl">
          <ac:chgData name="Callerio, Santiago" userId="cb286a09-927b-4d22-9d8f-4c2570b52930" providerId="ADAL" clId="{12CAE670-9A3C-4BEA-8806-935B51193731}" dt="2025-08-13T21:02:12.146" v="73" actId="164"/>
          <ac:spMkLst>
            <pc:docMk/>
            <pc:sldMk cId="665169573" sldId="257"/>
            <ac:spMk id="86" creationId="{56F55537-513A-4A44-AF5C-C37E842F0EC8}"/>
          </ac:spMkLst>
        </pc:spChg>
        <pc:spChg chg="mod topLvl">
          <ac:chgData name="Callerio, Santiago" userId="cb286a09-927b-4d22-9d8f-4c2570b52930" providerId="ADAL" clId="{12CAE670-9A3C-4BEA-8806-935B51193731}" dt="2025-08-13T21:02:12.146" v="73" actId="164"/>
          <ac:spMkLst>
            <pc:docMk/>
            <pc:sldMk cId="665169573" sldId="257"/>
            <ac:spMk id="88" creationId="{9867C21A-4320-4519-AD7F-F6BD50A38139}"/>
          </ac:spMkLst>
        </pc:spChg>
        <pc:spChg chg="mod topLvl">
          <ac:chgData name="Callerio, Santiago" userId="cb286a09-927b-4d22-9d8f-4c2570b52930" providerId="ADAL" clId="{12CAE670-9A3C-4BEA-8806-935B51193731}" dt="2025-08-13T21:02:12.146" v="73" actId="164"/>
          <ac:spMkLst>
            <pc:docMk/>
            <pc:sldMk cId="665169573" sldId="257"/>
            <ac:spMk id="90" creationId="{B20B93AA-4427-4846-80A7-D3FFB4999ED0}"/>
          </ac:spMkLst>
        </pc:spChg>
        <pc:spChg chg="mod topLvl">
          <ac:chgData name="Callerio, Santiago" userId="cb286a09-927b-4d22-9d8f-4c2570b52930" providerId="ADAL" clId="{12CAE670-9A3C-4BEA-8806-935B51193731}" dt="2025-08-13T21:02:12.146" v="73" actId="164"/>
          <ac:spMkLst>
            <pc:docMk/>
            <pc:sldMk cId="665169573" sldId="257"/>
            <ac:spMk id="93" creationId="{138D0031-4CCA-4E2B-8EF3-4001217070A3}"/>
          </ac:spMkLst>
        </pc:spChg>
        <pc:spChg chg="mod topLvl">
          <ac:chgData name="Callerio, Santiago" userId="cb286a09-927b-4d22-9d8f-4c2570b52930" providerId="ADAL" clId="{12CAE670-9A3C-4BEA-8806-935B51193731}" dt="2025-08-13T21:02:12.146" v="73" actId="164"/>
          <ac:spMkLst>
            <pc:docMk/>
            <pc:sldMk cId="665169573" sldId="257"/>
            <ac:spMk id="94" creationId="{54FB03D1-C035-40CD-9E88-026C7E02FFBD}"/>
          </ac:spMkLst>
        </pc:spChg>
        <pc:spChg chg="mod topLvl">
          <ac:chgData name="Callerio, Santiago" userId="cb286a09-927b-4d22-9d8f-4c2570b52930" providerId="ADAL" clId="{12CAE670-9A3C-4BEA-8806-935B51193731}" dt="2025-08-13T21:02:12.146" v="73" actId="164"/>
          <ac:spMkLst>
            <pc:docMk/>
            <pc:sldMk cId="665169573" sldId="257"/>
            <ac:spMk id="95" creationId="{F8D57596-6BF4-47BD-AB02-3BFBAF434A4B}"/>
          </ac:spMkLst>
        </pc:spChg>
        <pc:spChg chg="mod topLvl">
          <ac:chgData name="Callerio, Santiago" userId="cb286a09-927b-4d22-9d8f-4c2570b52930" providerId="ADAL" clId="{12CAE670-9A3C-4BEA-8806-935B51193731}" dt="2025-08-13T21:02:12.146" v="73" actId="164"/>
          <ac:spMkLst>
            <pc:docMk/>
            <pc:sldMk cId="665169573" sldId="257"/>
            <ac:spMk id="96" creationId="{AD6F4814-36A7-4F3D-883E-6EF9B429C463}"/>
          </ac:spMkLst>
        </pc:spChg>
        <pc:spChg chg="mod topLvl">
          <ac:chgData name="Callerio, Santiago" userId="cb286a09-927b-4d22-9d8f-4c2570b52930" providerId="ADAL" clId="{12CAE670-9A3C-4BEA-8806-935B51193731}" dt="2025-08-13T21:03:21.661" v="82" actId="164"/>
          <ac:spMkLst>
            <pc:docMk/>
            <pc:sldMk cId="665169573" sldId="257"/>
            <ac:spMk id="99" creationId="{3841A399-D812-463F-A36F-E213FA5FD14A}"/>
          </ac:spMkLst>
        </pc:spChg>
        <pc:spChg chg="mod topLvl">
          <ac:chgData name="Callerio, Santiago" userId="cb286a09-927b-4d22-9d8f-4c2570b52930" providerId="ADAL" clId="{12CAE670-9A3C-4BEA-8806-935B51193731}" dt="2025-08-13T21:03:21.661" v="82" actId="164"/>
          <ac:spMkLst>
            <pc:docMk/>
            <pc:sldMk cId="665169573" sldId="257"/>
            <ac:spMk id="101" creationId="{C640AC07-3733-41FA-937D-58640CC09650}"/>
          </ac:spMkLst>
        </pc:spChg>
        <pc:spChg chg="mod topLvl">
          <ac:chgData name="Callerio, Santiago" userId="cb286a09-927b-4d22-9d8f-4c2570b52930" providerId="ADAL" clId="{12CAE670-9A3C-4BEA-8806-935B51193731}" dt="2025-08-13T21:03:21.661" v="82" actId="164"/>
          <ac:spMkLst>
            <pc:docMk/>
            <pc:sldMk cId="665169573" sldId="257"/>
            <ac:spMk id="104" creationId="{A977E63C-1CAB-485F-9B41-B4BC37EA6DA7}"/>
          </ac:spMkLst>
        </pc:spChg>
        <pc:spChg chg="mod topLvl">
          <ac:chgData name="Callerio, Santiago" userId="cb286a09-927b-4d22-9d8f-4c2570b52930" providerId="ADAL" clId="{12CAE670-9A3C-4BEA-8806-935B51193731}" dt="2025-08-13T21:03:21.661" v="82" actId="164"/>
          <ac:spMkLst>
            <pc:docMk/>
            <pc:sldMk cId="665169573" sldId="257"/>
            <ac:spMk id="106" creationId="{B850051B-57EB-4E99-AEF4-DCE684830EB1}"/>
          </ac:spMkLst>
        </pc:spChg>
        <pc:spChg chg="mod topLvl">
          <ac:chgData name="Callerio, Santiago" userId="cb286a09-927b-4d22-9d8f-4c2570b52930" providerId="ADAL" clId="{12CAE670-9A3C-4BEA-8806-935B51193731}" dt="2025-08-13T21:03:21.661" v="82" actId="164"/>
          <ac:spMkLst>
            <pc:docMk/>
            <pc:sldMk cId="665169573" sldId="257"/>
            <ac:spMk id="108" creationId="{02BFFEC8-0DCB-441E-A15A-9B303DA3B12B}"/>
          </ac:spMkLst>
        </pc:spChg>
        <pc:spChg chg="mod topLvl">
          <ac:chgData name="Callerio, Santiago" userId="cb286a09-927b-4d22-9d8f-4c2570b52930" providerId="ADAL" clId="{12CAE670-9A3C-4BEA-8806-935B51193731}" dt="2025-08-13T21:03:21.661" v="82" actId="164"/>
          <ac:spMkLst>
            <pc:docMk/>
            <pc:sldMk cId="665169573" sldId="257"/>
            <ac:spMk id="110" creationId="{87B4DE48-6A74-471F-8EC2-B552E91B82EF}"/>
          </ac:spMkLst>
        </pc:spChg>
        <pc:spChg chg="mod topLvl">
          <ac:chgData name="Callerio, Santiago" userId="cb286a09-927b-4d22-9d8f-4c2570b52930" providerId="ADAL" clId="{12CAE670-9A3C-4BEA-8806-935B51193731}" dt="2025-08-13T21:03:21.661" v="82" actId="164"/>
          <ac:spMkLst>
            <pc:docMk/>
            <pc:sldMk cId="665169573" sldId="257"/>
            <ac:spMk id="113" creationId="{7B4A6C0A-1AC4-40A7-8719-608222615003}"/>
          </ac:spMkLst>
        </pc:spChg>
        <pc:spChg chg="mod topLvl">
          <ac:chgData name="Callerio, Santiago" userId="cb286a09-927b-4d22-9d8f-4c2570b52930" providerId="ADAL" clId="{12CAE670-9A3C-4BEA-8806-935B51193731}" dt="2025-08-13T21:03:21.661" v="82" actId="164"/>
          <ac:spMkLst>
            <pc:docMk/>
            <pc:sldMk cId="665169573" sldId="257"/>
            <ac:spMk id="114" creationId="{D743DA14-10FC-4E81-A2AB-2DA3CB480D72}"/>
          </ac:spMkLst>
        </pc:spChg>
        <pc:spChg chg="mod topLvl">
          <ac:chgData name="Callerio, Santiago" userId="cb286a09-927b-4d22-9d8f-4c2570b52930" providerId="ADAL" clId="{12CAE670-9A3C-4BEA-8806-935B51193731}" dt="2025-08-13T21:03:21.661" v="82" actId="164"/>
          <ac:spMkLst>
            <pc:docMk/>
            <pc:sldMk cId="665169573" sldId="257"/>
            <ac:spMk id="115" creationId="{684418EE-995C-410D-9253-4D8BDA1F0721}"/>
          </ac:spMkLst>
        </pc:spChg>
        <pc:spChg chg="mod topLvl">
          <ac:chgData name="Callerio, Santiago" userId="cb286a09-927b-4d22-9d8f-4c2570b52930" providerId="ADAL" clId="{12CAE670-9A3C-4BEA-8806-935B51193731}" dt="2025-08-13T21:03:57.475" v="88" actId="164"/>
          <ac:spMkLst>
            <pc:docMk/>
            <pc:sldMk cId="665169573" sldId="257"/>
            <ac:spMk id="118" creationId="{7AF4358E-1E7F-4F9C-825E-4BE6EEB0263E}"/>
          </ac:spMkLst>
        </pc:spChg>
        <pc:spChg chg="mod topLvl">
          <ac:chgData name="Callerio, Santiago" userId="cb286a09-927b-4d22-9d8f-4c2570b52930" providerId="ADAL" clId="{12CAE670-9A3C-4BEA-8806-935B51193731}" dt="2025-08-13T21:03:57.475" v="88" actId="164"/>
          <ac:spMkLst>
            <pc:docMk/>
            <pc:sldMk cId="665169573" sldId="257"/>
            <ac:spMk id="122" creationId="{F07FCD32-8E4B-4E03-B0EE-B0CBBEBBB852}"/>
          </ac:spMkLst>
        </pc:spChg>
        <pc:spChg chg="mod topLvl">
          <ac:chgData name="Callerio, Santiago" userId="cb286a09-927b-4d22-9d8f-4c2570b52930" providerId="ADAL" clId="{12CAE670-9A3C-4BEA-8806-935B51193731}" dt="2025-08-13T21:03:57.475" v="88" actId="164"/>
          <ac:spMkLst>
            <pc:docMk/>
            <pc:sldMk cId="665169573" sldId="257"/>
            <ac:spMk id="124" creationId="{A337798A-8729-4F0F-9565-0151DF6B1AB5}"/>
          </ac:spMkLst>
        </pc:spChg>
        <pc:spChg chg="mod topLvl">
          <ac:chgData name="Callerio, Santiago" userId="cb286a09-927b-4d22-9d8f-4c2570b52930" providerId="ADAL" clId="{12CAE670-9A3C-4BEA-8806-935B51193731}" dt="2025-08-13T21:03:57.475" v="88" actId="164"/>
          <ac:spMkLst>
            <pc:docMk/>
            <pc:sldMk cId="665169573" sldId="257"/>
            <ac:spMk id="126" creationId="{CAB32575-F7C7-4DBD-B5F0-A2713163BF23}"/>
          </ac:spMkLst>
        </pc:spChg>
        <pc:spChg chg="mod topLvl">
          <ac:chgData name="Callerio, Santiago" userId="cb286a09-927b-4d22-9d8f-4c2570b52930" providerId="ADAL" clId="{12CAE670-9A3C-4BEA-8806-935B51193731}" dt="2025-08-13T21:03:57.475" v="88" actId="164"/>
          <ac:spMkLst>
            <pc:docMk/>
            <pc:sldMk cId="665169573" sldId="257"/>
            <ac:spMk id="128" creationId="{0DF2F1DC-A4A1-4C8D-9C8E-58EAC30AE150}"/>
          </ac:spMkLst>
        </pc:spChg>
        <pc:spChg chg="mod topLvl">
          <ac:chgData name="Callerio, Santiago" userId="cb286a09-927b-4d22-9d8f-4c2570b52930" providerId="ADAL" clId="{12CAE670-9A3C-4BEA-8806-935B51193731}" dt="2025-08-13T21:03:57.475" v="88" actId="164"/>
          <ac:spMkLst>
            <pc:docMk/>
            <pc:sldMk cId="665169573" sldId="257"/>
            <ac:spMk id="131" creationId="{9637D787-9C61-4A9E-A5F2-AC7FF597FD73}"/>
          </ac:spMkLst>
        </pc:spChg>
        <pc:spChg chg="mod topLvl">
          <ac:chgData name="Callerio, Santiago" userId="cb286a09-927b-4d22-9d8f-4c2570b52930" providerId="ADAL" clId="{12CAE670-9A3C-4BEA-8806-935B51193731}" dt="2025-08-13T21:03:57.475" v="88" actId="164"/>
          <ac:spMkLst>
            <pc:docMk/>
            <pc:sldMk cId="665169573" sldId="257"/>
            <ac:spMk id="132" creationId="{49E7B700-146C-47B8-8381-EA0CACB33973}"/>
          </ac:spMkLst>
        </pc:spChg>
        <pc:spChg chg="mod topLvl">
          <ac:chgData name="Callerio, Santiago" userId="cb286a09-927b-4d22-9d8f-4c2570b52930" providerId="ADAL" clId="{12CAE670-9A3C-4BEA-8806-935B51193731}" dt="2025-08-13T21:03:57.475" v="88" actId="164"/>
          <ac:spMkLst>
            <pc:docMk/>
            <pc:sldMk cId="665169573" sldId="257"/>
            <ac:spMk id="133" creationId="{9BF6A15D-4B53-46A8-AF9E-2DD7BDFBF887}"/>
          </ac:spMkLst>
        </pc:spChg>
        <pc:spChg chg="mod topLvl">
          <ac:chgData name="Callerio, Santiago" userId="cb286a09-927b-4d22-9d8f-4c2570b52930" providerId="ADAL" clId="{12CAE670-9A3C-4BEA-8806-935B51193731}" dt="2025-08-13T21:02:12.146" v="73" actId="164"/>
          <ac:spMkLst>
            <pc:docMk/>
            <pc:sldMk cId="665169573" sldId="257"/>
            <ac:spMk id="135" creationId="{8540936D-AC29-4E46-8289-11D5418A4587}"/>
          </ac:spMkLst>
        </pc:spChg>
        <pc:spChg chg="mod topLvl">
          <ac:chgData name="Callerio, Santiago" userId="cb286a09-927b-4d22-9d8f-4c2570b52930" providerId="ADAL" clId="{12CAE670-9A3C-4BEA-8806-935B51193731}" dt="2025-08-13T21:04:36.774" v="97" actId="164"/>
          <ac:spMkLst>
            <pc:docMk/>
            <pc:sldMk cId="665169573" sldId="257"/>
            <ac:spMk id="138" creationId="{9B5B5E1B-0EA9-4B2A-B1AF-94457065755E}"/>
          </ac:spMkLst>
        </pc:spChg>
        <pc:spChg chg="mod topLvl">
          <ac:chgData name="Callerio, Santiago" userId="cb286a09-927b-4d22-9d8f-4c2570b52930" providerId="ADAL" clId="{12CAE670-9A3C-4BEA-8806-935B51193731}" dt="2025-08-13T21:04:36.774" v="97" actId="164"/>
          <ac:spMkLst>
            <pc:docMk/>
            <pc:sldMk cId="665169573" sldId="257"/>
            <ac:spMk id="142" creationId="{99591469-DC74-48B0-899E-8708839FE0CF}"/>
          </ac:spMkLst>
        </pc:spChg>
        <pc:spChg chg="mod topLvl">
          <ac:chgData name="Callerio, Santiago" userId="cb286a09-927b-4d22-9d8f-4c2570b52930" providerId="ADAL" clId="{12CAE670-9A3C-4BEA-8806-935B51193731}" dt="2025-08-13T21:04:36.774" v="97" actId="164"/>
          <ac:spMkLst>
            <pc:docMk/>
            <pc:sldMk cId="665169573" sldId="257"/>
            <ac:spMk id="144" creationId="{A8B9C893-B27C-44FD-B0C2-25DB290DD5F4}"/>
          </ac:spMkLst>
        </pc:spChg>
        <pc:spChg chg="mod topLvl">
          <ac:chgData name="Callerio, Santiago" userId="cb286a09-927b-4d22-9d8f-4c2570b52930" providerId="ADAL" clId="{12CAE670-9A3C-4BEA-8806-935B51193731}" dt="2025-08-13T21:04:36.774" v="97" actId="164"/>
          <ac:spMkLst>
            <pc:docMk/>
            <pc:sldMk cId="665169573" sldId="257"/>
            <ac:spMk id="146" creationId="{4D7800D9-8197-462A-88EB-9CC5CEB1A48C}"/>
          </ac:spMkLst>
        </pc:spChg>
        <pc:spChg chg="mod topLvl">
          <ac:chgData name="Callerio, Santiago" userId="cb286a09-927b-4d22-9d8f-4c2570b52930" providerId="ADAL" clId="{12CAE670-9A3C-4BEA-8806-935B51193731}" dt="2025-08-13T21:04:36.774" v="97" actId="164"/>
          <ac:spMkLst>
            <pc:docMk/>
            <pc:sldMk cId="665169573" sldId="257"/>
            <ac:spMk id="148" creationId="{743A082C-95F7-4916-9B26-B56D9B439922}"/>
          </ac:spMkLst>
        </pc:spChg>
        <pc:spChg chg="mod topLvl">
          <ac:chgData name="Callerio, Santiago" userId="cb286a09-927b-4d22-9d8f-4c2570b52930" providerId="ADAL" clId="{12CAE670-9A3C-4BEA-8806-935B51193731}" dt="2025-08-13T21:04:36.774" v="97" actId="164"/>
          <ac:spMkLst>
            <pc:docMk/>
            <pc:sldMk cId="665169573" sldId="257"/>
            <ac:spMk id="151" creationId="{C76C0F9D-F2E8-4D7C-B844-DCF06E5098A1}"/>
          </ac:spMkLst>
        </pc:spChg>
        <pc:spChg chg="mod topLvl">
          <ac:chgData name="Callerio, Santiago" userId="cb286a09-927b-4d22-9d8f-4c2570b52930" providerId="ADAL" clId="{12CAE670-9A3C-4BEA-8806-935B51193731}" dt="2025-08-13T21:04:36.774" v="97" actId="164"/>
          <ac:spMkLst>
            <pc:docMk/>
            <pc:sldMk cId="665169573" sldId="257"/>
            <ac:spMk id="152" creationId="{91219D84-C7FE-400C-BDEC-52C3407F958A}"/>
          </ac:spMkLst>
        </pc:spChg>
        <pc:spChg chg="mod topLvl">
          <ac:chgData name="Callerio, Santiago" userId="cb286a09-927b-4d22-9d8f-4c2570b52930" providerId="ADAL" clId="{12CAE670-9A3C-4BEA-8806-935B51193731}" dt="2025-08-13T21:04:36.774" v="97" actId="164"/>
          <ac:spMkLst>
            <pc:docMk/>
            <pc:sldMk cId="665169573" sldId="257"/>
            <ac:spMk id="153" creationId="{D51BE6B0-9DBD-46E8-AF19-7ACA88261BDA}"/>
          </ac:spMkLst>
        </pc:spChg>
        <pc:spChg chg="del">
          <ac:chgData name="Callerio, Santiago" userId="cb286a09-927b-4d22-9d8f-4c2570b52930" providerId="ADAL" clId="{12CAE670-9A3C-4BEA-8806-935B51193731}" dt="2025-08-13T21:00:11.050" v="58" actId="478"/>
          <ac:spMkLst>
            <pc:docMk/>
            <pc:sldMk cId="665169573" sldId="257"/>
            <ac:spMk id="157" creationId="{2212293B-846E-4776-930E-9123CFD2A988}"/>
          </ac:spMkLst>
        </pc:spChg>
        <pc:grpChg chg="add mod">
          <ac:chgData name="Callerio, Santiago" userId="cb286a09-927b-4d22-9d8f-4c2570b52930" providerId="ADAL" clId="{12CAE670-9A3C-4BEA-8806-935B51193731}" dt="2025-08-13T21:05:08.270" v="98" actId="164"/>
          <ac:grpSpMkLst>
            <pc:docMk/>
            <pc:sldMk cId="665169573" sldId="257"/>
            <ac:grpSpMk id="3" creationId="{DC7E0F32-EC1D-4257-8B29-9F443A50D499}"/>
          </ac:grpSpMkLst>
        </pc:grpChg>
        <pc:grpChg chg="add mod">
          <ac:chgData name="Callerio, Santiago" userId="cb286a09-927b-4d22-9d8f-4c2570b52930" providerId="ADAL" clId="{12CAE670-9A3C-4BEA-8806-935B51193731}" dt="2025-08-13T21:05:08.270" v="98" actId="164"/>
          <ac:grpSpMkLst>
            <pc:docMk/>
            <pc:sldMk cId="665169573" sldId="257"/>
            <ac:grpSpMk id="4" creationId="{022457AD-FC2A-4728-922D-1E3FD9CF8452}"/>
          </ac:grpSpMkLst>
        </pc:grpChg>
        <pc:grpChg chg="add mod">
          <ac:chgData name="Callerio, Santiago" userId="cb286a09-927b-4d22-9d8f-4c2570b52930" providerId="ADAL" clId="{12CAE670-9A3C-4BEA-8806-935B51193731}" dt="2025-08-13T21:05:08.270" v="98" actId="164"/>
          <ac:grpSpMkLst>
            <pc:docMk/>
            <pc:sldMk cId="665169573" sldId="257"/>
            <ac:grpSpMk id="5" creationId="{EA07823D-2CAE-48C9-A10E-BECACC4BA048}"/>
          </ac:grpSpMkLst>
        </pc:grpChg>
        <pc:grpChg chg="add mod">
          <ac:chgData name="Callerio, Santiago" userId="cb286a09-927b-4d22-9d8f-4c2570b52930" providerId="ADAL" clId="{12CAE670-9A3C-4BEA-8806-935B51193731}" dt="2025-08-13T21:05:08.270" v="98" actId="164"/>
          <ac:grpSpMkLst>
            <pc:docMk/>
            <pc:sldMk cId="665169573" sldId="257"/>
            <ac:grpSpMk id="6" creationId="{E3FBB552-E073-423B-BFF5-B6B3B3C064D9}"/>
          </ac:grpSpMkLst>
        </pc:grpChg>
        <pc:grpChg chg="add mod">
          <ac:chgData name="Callerio, Santiago" userId="cb286a09-927b-4d22-9d8f-4c2570b52930" providerId="ADAL" clId="{12CAE670-9A3C-4BEA-8806-935B51193731}" dt="2025-08-13T21:05:08.270" v="98" actId="164"/>
          <ac:grpSpMkLst>
            <pc:docMk/>
            <pc:sldMk cId="665169573" sldId="257"/>
            <ac:grpSpMk id="7" creationId="{7A89FCC4-99EB-4931-BF84-18E17A79800A}"/>
          </ac:grpSpMkLst>
        </pc:grpChg>
        <pc:grpChg chg="del mod topLvl">
          <ac:chgData name="Callerio, Santiago" userId="cb286a09-927b-4d22-9d8f-4c2570b52930" providerId="ADAL" clId="{12CAE670-9A3C-4BEA-8806-935B51193731}" dt="2025-08-13T21:00:47.799" v="64" actId="165"/>
          <ac:grpSpMkLst>
            <pc:docMk/>
            <pc:sldMk cId="665169573" sldId="257"/>
            <ac:grpSpMk id="97" creationId="{86D703E6-CB2F-46FD-AD0D-C32CE9621297}"/>
          </ac:grpSpMkLst>
        </pc:grpChg>
        <pc:grpChg chg="del mod topLvl">
          <ac:chgData name="Callerio, Santiago" userId="cb286a09-927b-4d22-9d8f-4c2570b52930" providerId="ADAL" clId="{12CAE670-9A3C-4BEA-8806-935B51193731}" dt="2025-08-13T21:02:17.287" v="74" actId="165"/>
          <ac:grpSpMkLst>
            <pc:docMk/>
            <pc:sldMk cId="665169573" sldId="257"/>
            <ac:grpSpMk id="98" creationId="{B1300F35-900C-47AE-BEBA-4EEAF810AF3B}"/>
          </ac:grpSpMkLst>
        </pc:grpChg>
        <pc:grpChg chg="del mod topLvl">
          <ac:chgData name="Callerio, Santiago" userId="cb286a09-927b-4d22-9d8f-4c2570b52930" providerId="ADAL" clId="{12CAE670-9A3C-4BEA-8806-935B51193731}" dt="2025-08-13T21:00:47.799" v="64" actId="165"/>
          <ac:grpSpMkLst>
            <pc:docMk/>
            <pc:sldMk cId="665169573" sldId="257"/>
            <ac:grpSpMk id="116" creationId="{0CA2118E-F3BC-45F7-A469-A2F409469962}"/>
          </ac:grpSpMkLst>
        </pc:grpChg>
        <pc:grpChg chg="del mod topLvl">
          <ac:chgData name="Callerio, Santiago" userId="cb286a09-927b-4d22-9d8f-4c2570b52930" providerId="ADAL" clId="{12CAE670-9A3C-4BEA-8806-935B51193731}" dt="2025-08-13T21:03:25.666" v="83" actId="165"/>
          <ac:grpSpMkLst>
            <pc:docMk/>
            <pc:sldMk cId="665169573" sldId="257"/>
            <ac:grpSpMk id="117" creationId="{BE76A11D-4E6E-4B82-8FEE-4FD2238473BC}"/>
          </ac:grpSpMkLst>
        </pc:grpChg>
        <pc:grpChg chg="del mod topLvl">
          <ac:chgData name="Callerio, Santiago" userId="cb286a09-927b-4d22-9d8f-4c2570b52930" providerId="ADAL" clId="{12CAE670-9A3C-4BEA-8806-935B51193731}" dt="2025-08-13T21:00:47.799" v="64" actId="165"/>
          <ac:grpSpMkLst>
            <pc:docMk/>
            <pc:sldMk cId="665169573" sldId="257"/>
            <ac:grpSpMk id="136" creationId="{0C426FBC-641F-4B2E-97CB-7C2EF3064574}"/>
          </ac:grpSpMkLst>
        </pc:grpChg>
        <pc:grpChg chg="del mod topLvl">
          <ac:chgData name="Callerio, Santiago" userId="cb286a09-927b-4d22-9d8f-4c2570b52930" providerId="ADAL" clId="{12CAE670-9A3C-4BEA-8806-935B51193731}" dt="2025-08-13T21:04:02.512" v="89" actId="165"/>
          <ac:grpSpMkLst>
            <pc:docMk/>
            <pc:sldMk cId="665169573" sldId="257"/>
            <ac:grpSpMk id="137" creationId="{C546D19E-5811-4078-8279-655A7BA44A5D}"/>
          </ac:grpSpMkLst>
        </pc:grpChg>
        <pc:grpChg chg="del mod topLvl">
          <ac:chgData name="Callerio, Santiago" userId="cb286a09-927b-4d22-9d8f-4c2570b52930" providerId="ADAL" clId="{12CAE670-9A3C-4BEA-8806-935B51193731}" dt="2025-08-13T21:00:47.799" v="64" actId="165"/>
          <ac:grpSpMkLst>
            <pc:docMk/>
            <pc:sldMk cId="665169573" sldId="257"/>
            <ac:grpSpMk id="155" creationId="{9CAB0733-4EE9-439B-BDC1-D4F71276574F}"/>
          </ac:grpSpMkLst>
        </pc:grpChg>
        <pc:grpChg chg="del">
          <ac:chgData name="Callerio, Santiago" userId="cb286a09-927b-4d22-9d8f-4c2570b52930" providerId="ADAL" clId="{12CAE670-9A3C-4BEA-8806-935B51193731}" dt="2025-08-13T21:00:41.146" v="63" actId="165"/>
          <ac:grpSpMkLst>
            <pc:docMk/>
            <pc:sldMk cId="665169573" sldId="257"/>
            <ac:grpSpMk id="159" creationId="{261DE812-234B-4E50-AA1D-9B18D529DD6A}"/>
          </ac:grpSpMkLst>
        </pc:grpChg>
        <pc:picChg chg="mod">
          <ac:chgData name="Callerio, Santiago" userId="cb286a09-927b-4d22-9d8f-4c2570b52930" providerId="ADAL" clId="{12CAE670-9A3C-4BEA-8806-935B51193731}" dt="2025-08-13T21:00:35.786" v="62" actId="1076"/>
          <ac:picMkLst>
            <pc:docMk/>
            <pc:sldMk cId="665169573" sldId="257"/>
            <ac:picMk id="154" creationId="{8E9D0CF1-7DD5-46A7-8044-FBF08954D8E6}"/>
          </ac:picMkLst>
        </pc:picChg>
        <pc:cxnChg chg="mod topLvl">
          <ac:chgData name="Callerio, Santiago" userId="cb286a09-927b-4d22-9d8f-4c2570b52930" providerId="ADAL" clId="{12CAE670-9A3C-4BEA-8806-935B51193731}" dt="2025-08-13T21:02:12.146" v="73" actId="164"/>
          <ac:cxnSpMkLst>
            <pc:docMk/>
            <pc:sldMk cId="665169573" sldId="257"/>
            <ac:cxnSpMk id="79" creationId="{20E48ED5-D73F-4DBB-9002-CB3EE270CFCD}"/>
          </ac:cxnSpMkLst>
        </pc:cxnChg>
        <pc:cxnChg chg="mod topLvl">
          <ac:chgData name="Callerio, Santiago" userId="cb286a09-927b-4d22-9d8f-4c2570b52930" providerId="ADAL" clId="{12CAE670-9A3C-4BEA-8806-935B51193731}" dt="2025-08-13T21:02:12.146" v="73" actId="164"/>
          <ac:cxnSpMkLst>
            <pc:docMk/>
            <pc:sldMk cId="665169573" sldId="257"/>
            <ac:cxnSpMk id="81" creationId="{8FC8EDDA-3BEB-4AEE-AB46-AAA2B15CF42D}"/>
          </ac:cxnSpMkLst>
        </pc:cxnChg>
        <pc:cxnChg chg="mod topLvl">
          <ac:chgData name="Callerio, Santiago" userId="cb286a09-927b-4d22-9d8f-4c2570b52930" providerId="ADAL" clId="{12CAE670-9A3C-4BEA-8806-935B51193731}" dt="2025-08-13T21:02:12.146" v="73" actId="164"/>
          <ac:cxnSpMkLst>
            <pc:docMk/>
            <pc:sldMk cId="665169573" sldId="257"/>
            <ac:cxnSpMk id="82" creationId="{61494674-4B94-4B5A-AC62-9D635D8A75BD}"/>
          </ac:cxnSpMkLst>
        </pc:cxnChg>
        <pc:cxnChg chg="mod topLvl">
          <ac:chgData name="Callerio, Santiago" userId="cb286a09-927b-4d22-9d8f-4c2570b52930" providerId="ADAL" clId="{12CAE670-9A3C-4BEA-8806-935B51193731}" dt="2025-08-13T21:02:12.146" v="73" actId="164"/>
          <ac:cxnSpMkLst>
            <pc:docMk/>
            <pc:sldMk cId="665169573" sldId="257"/>
            <ac:cxnSpMk id="83" creationId="{958856C9-8689-4826-88F7-26AA217B3A67}"/>
          </ac:cxnSpMkLst>
        </pc:cxnChg>
        <pc:cxnChg chg="mod topLvl">
          <ac:chgData name="Callerio, Santiago" userId="cb286a09-927b-4d22-9d8f-4c2570b52930" providerId="ADAL" clId="{12CAE670-9A3C-4BEA-8806-935B51193731}" dt="2025-08-13T21:02:12.146" v="73" actId="164"/>
          <ac:cxnSpMkLst>
            <pc:docMk/>
            <pc:sldMk cId="665169573" sldId="257"/>
            <ac:cxnSpMk id="85" creationId="{113FF329-615B-4B57-9E93-D05FE9E02E67}"/>
          </ac:cxnSpMkLst>
        </pc:cxnChg>
        <pc:cxnChg chg="mod topLvl">
          <ac:chgData name="Callerio, Santiago" userId="cb286a09-927b-4d22-9d8f-4c2570b52930" providerId="ADAL" clId="{12CAE670-9A3C-4BEA-8806-935B51193731}" dt="2025-08-13T21:02:12.146" v="73" actId="164"/>
          <ac:cxnSpMkLst>
            <pc:docMk/>
            <pc:sldMk cId="665169573" sldId="257"/>
            <ac:cxnSpMk id="87" creationId="{2359BA7D-204E-4FAF-A5B8-4B732B9CADEC}"/>
          </ac:cxnSpMkLst>
        </pc:cxnChg>
        <pc:cxnChg chg="mod topLvl">
          <ac:chgData name="Callerio, Santiago" userId="cb286a09-927b-4d22-9d8f-4c2570b52930" providerId="ADAL" clId="{12CAE670-9A3C-4BEA-8806-935B51193731}" dt="2025-08-13T21:02:12.146" v="73" actId="164"/>
          <ac:cxnSpMkLst>
            <pc:docMk/>
            <pc:sldMk cId="665169573" sldId="257"/>
            <ac:cxnSpMk id="89" creationId="{9C4E2D80-FBD1-4910-A980-2E9AD4D6FB2E}"/>
          </ac:cxnSpMkLst>
        </pc:cxnChg>
        <pc:cxnChg chg="mod topLvl">
          <ac:chgData name="Callerio, Santiago" userId="cb286a09-927b-4d22-9d8f-4c2570b52930" providerId="ADAL" clId="{12CAE670-9A3C-4BEA-8806-935B51193731}" dt="2025-08-13T21:02:12.146" v="73" actId="164"/>
          <ac:cxnSpMkLst>
            <pc:docMk/>
            <pc:sldMk cId="665169573" sldId="257"/>
            <ac:cxnSpMk id="91" creationId="{0556391D-6543-4FF6-9940-C52D10A8ABFB}"/>
          </ac:cxnSpMkLst>
        </pc:cxnChg>
        <pc:cxnChg chg="mod topLvl">
          <ac:chgData name="Callerio, Santiago" userId="cb286a09-927b-4d22-9d8f-4c2570b52930" providerId="ADAL" clId="{12CAE670-9A3C-4BEA-8806-935B51193731}" dt="2025-08-13T21:02:12.146" v="73" actId="164"/>
          <ac:cxnSpMkLst>
            <pc:docMk/>
            <pc:sldMk cId="665169573" sldId="257"/>
            <ac:cxnSpMk id="92" creationId="{AED812F6-5C3B-4A6C-A5A1-5BB4A1EF9E4D}"/>
          </ac:cxnSpMkLst>
        </pc:cxnChg>
        <pc:cxnChg chg="mod topLvl">
          <ac:chgData name="Callerio, Santiago" userId="cb286a09-927b-4d22-9d8f-4c2570b52930" providerId="ADAL" clId="{12CAE670-9A3C-4BEA-8806-935B51193731}" dt="2025-08-13T21:03:21.661" v="82" actId="164"/>
          <ac:cxnSpMkLst>
            <pc:docMk/>
            <pc:sldMk cId="665169573" sldId="257"/>
            <ac:cxnSpMk id="100" creationId="{CC5840FA-069D-4DA7-8F88-1E73D185C009}"/>
          </ac:cxnSpMkLst>
        </pc:cxnChg>
        <pc:cxnChg chg="mod topLvl">
          <ac:chgData name="Callerio, Santiago" userId="cb286a09-927b-4d22-9d8f-4c2570b52930" providerId="ADAL" clId="{12CAE670-9A3C-4BEA-8806-935B51193731}" dt="2025-08-13T21:03:21.661" v="82" actId="164"/>
          <ac:cxnSpMkLst>
            <pc:docMk/>
            <pc:sldMk cId="665169573" sldId="257"/>
            <ac:cxnSpMk id="102" creationId="{F6AA6139-E1B0-447F-B51B-428B5CBCEECC}"/>
          </ac:cxnSpMkLst>
        </pc:cxnChg>
        <pc:cxnChg chg="mod topLvl">
          <ac:chgData name="Callerio, Santiago" userId="cb286a09-927b-4d22-9d8f-4c2570b52930" providerId="ADAL" clId="{12CAE670-9A3C-4BEA-8806-935B51193731}" dt="2025-08-13T21:03:21.661" v="82" actId="164"/>
          <ac:cxnSpMkLst>
            <pc:docMk/>
            <pc:sldMk cId="665169573" sldId="257"/>
            <ac:cxnSpMk id="103" creationId="{CA73D98A-5F08-4273-A3C4-33D6B4F1B457}"/>
          </ac:cxnSpMkLst>
        </pc:cxnChg>
        <pc:cxnChg chg="mod topLvl">
          <ac:chgData name="Callerio, Santiago" userId="cb286a09-927b-4d22-9d8f-4c2570b52930" providerId="ADAL" clId="{12CAE670-9A3C-4BEA-8806-935B51193731}" dt="2025-08-13T21:03:21.661" v="82" actId="164"/>
          <ac:cxnSpMkLst>
            <pc:docMk/>
            <pc:sldMk cId="665169573" sldId="257"/>
            <ac:cxnSpMk id="105" creationId="{D6887878-F72C-45CF-8703-6FCC42AA1C01}"/>
          </ac:cxnSpMkLst>
        </pc:cxnChg>
        <pc:cxnChg chg="mod topLvl">
          <ac:chgData name="Callerio, Santiago" userId="cb286a09-927b-4d22-9d8f-4c2570b52930" providerId="ADAL" clId="{12CAE670-9A3C-4BEA-8806-935B51193731}" dt="2025-08-13T21:03:21.661" v="82" actId="164"/>
          <ac:cxnSpMkLst>
            <pc:docMk/>
            <pc:sldMk cId="665169573" sldId="257"/>
            <ac:cxnSpMk id="107" creationId="{B79339F5-C4FD-44E5-AE0C-2D83F9FF69B1}"/>
          </ac:cxnSpMkLst>
        </pc:cxnChg>
        <pc:cxnChg chg="mod topLvl">
          <ac:chgData name="Callerio, Santiago" userId="cb286a09-927b-4d22-9d8f-4c2570b52930" providerId="ADAL" clId="{12CAE670-9A3C-4BEA-8806-935B51193731}" dt="2025-08-13T21:03:21.661" v="82" actId="164"/>
          <ac:cxnSpMkLst>
            <pc:docMk/>
            <pc:sldMk cId="665169573" sldId="257"/>
            <ac:cxnSpMk id="109" creationId="{CF9FDCD6-A38C-4904-8F3C-3101E6D0B89C}"/>
          </ac:cxnSpMkLst>
        </pc:cxnChg>
        <pc:cxnChg chg="mod topLvl">
          <ac:chgData name="Callerio, Santiago" userId="cb286a09-927b-4d22-9d8f-4c2570b52930" providerId="ADAL" clId="{12CAE670-9A3C-4BEA-8806-935B51193731}" dt="2025-08-13T21:03:21.661" v="82" actId="164"/>
          <ac:cxnSpMkLst>
            <pc:docMk/>
            <pc:sldMk cId="665169573" sldId="257"/>
            <ac:cxnSpMk id="111" creationId="{9AD53880-2F15-47C2-B438-5535543FC86C}"/>
          </ac:cxnSpMkLst>
        </pc:cxnChg>
        <pc:cxnChg chg="mod topLvl">
          <ac:chgData name="Callerio, Santiago" userId="cb286a09-927b-4d22-9d8f-4c2570b52930" providerId="ADAL" clId="{12CAE670-9A3C-4BEA-8806-935B51193731}" dt="2025-08-13T21:03:21.661" v="82" actId="164"/>
          <ac:cxnSpMkLst>
            <pc:docMk/>
            <pc:sldMk cId="665169573" sldId="257"/>
            <ac:cxnSpMk id="112" creationId="{22FEAB30-D202-484D-B43E-304719C60BCC}"/>
          </ac:cxnSpMkLst>
        </pc:cxnChg>
        <pc:cxnChg chg="mod topLvl">
          <ac:chgData name="Callerio, Santiago" userId="cb286a09-927b-4d22-9d8f-4c2570b52930" providerId="ADAL" clId="{12CAE670-9A3C-4BEA-8806-935B51193731}" dt="2025-08-13T21:03:57.475" v="88" actId="164"/>
          <ac:cxnSpMkLst>
            <pc:docMk/>
            <pc:sldMk cId="665169573" sldId="257"/>
            <ac:cxnSpMk id="119" creationId="{78759A5D-8243-4287-8D01-23281EA3BAEA}"/>
          </ac:cxnSpMkLst>
        </pc:cxnChg>
        <pc:cxnChg chg="mod topLvl">
          <ac:chgData name="Callerio, Santiago" userId="cb286a09-927b-4d22-9d8f-4c2570b52930" providerId="ADAL" clId="{12CAE670-9A3C-4BEA-8806-935B51193731}" dt="2025-08-13T21:03:57.475" v="88" actId="164"/>
          <ac:cxnSpMkLst>
            <pc:docMk/>
            <pc:sldMk cId="665169573" sldId="257"/>
            <ac:cxnSpMk id="120" creationId="{C36C917B-1106-4B6D-BA27-CBB641D4D5A5}"/>
          </ac:cxnSpMkLst>
        </pc:cxnChg>
        <pc:cxnChg chg="mod topLvl">
          <ac:chgData name="Callerio, Santiago" userId="cb286a09-927b-4d22-9d8f-4c2570b52930" providerId="ADAL" clId="{12CAE670-9A3C-4BEA-8806-935B51193731}" dt="2025-08-13T21:03:57.475" v="88" actId="164"/>
          <ac:cxnSpMkLst>
            <pc:docMk/>
            <pc:sldMk cId="665169573" sldId="257"/>
            <ac:cxnSpMk id="121" creationId="{3B624479-09BE-4C21-AB3A-4D958EF06F2C}"/>
          </ac:cxnSpMkLst>
        </pc:cxnChg>
        <pc:cxnChg chg="mod topLvl">
          <ac:chgData name="Callerio, Santiago" userId="cb286a09-927b-4d22-9d8f-4c2570b52930" providerId="ADAL" clId="{12CAE670-9A3C-4BEA-8806-935B51193731}" dt="2025-08-13T21:03:57.475" v="88" actId="164"/>
          <ac:cxnSpMkLst>
            <pc:docMk/>
            <pc:sldMk cId="665169573" sldId="257"/>
            <ac:cxnSpMk id="123" creationId="{39527BC5-A491-4092-83D5-5F620D1484BE}"/>
          </ac:cxnSpMkLst>
        </pc:cxnChg>
        <pc:cxnChg chg="mod topLvl">
          <ac:chgData name="Callerio, Santiago" userId="cb286a09-927b-4d22-9d8f-4c2570b52930" providerId="ADAL" clId="{12CAE670-9A3C-4BEA-8806-935B51193731}" dt="2025-08-13T21:03:57.475" v="88" actId="164"/>
          <ac:cxnSpMkLst>
            <pc:docMk/>
            <pc:sldMk cId="665169573" sldId="257"/>
            <ac:cxnSpMk id="125" creationId="{AB3BEB62-01B9-4820-B471-8666FC0A44E0}"/>
          </ac:cxnSpMkLst>
        </pc:cxnChg>
        <pc:cxnChg chg="mod topLvl">
          <ac:chgData name="Callerio, Santiago" userId="cb286a09-927b-4d22-9d8f-4c2570b52930" providerId="ADAL" clId="{12CAE670-9A3C-4BEA-8806-935B51193731}" dt="2025-08-13T21:03:57.475" v="88" actId="164"/>
          <ac:cxnSpMkLst>
            <pc:docMk/>
            <pc:sldMk cId="665169573" sldId="257"/>
            <ac:cxnSpMk id="127" creationId="{FA503C0A-ACE0-483C-9AC6-CB8940BD0F43}"/>
          </ac:cxnSpMkLst>
        </pc:cxnChg>
        <pc:cxnChg chg="mod topLvl">
          <ac:chgData name="Callerio, Santiago" userId="cb286a09-927b-4d22-9d8f-4c2570b52930" providerId="ADAL" clId="{12CAE670-9A3C-4BEA-8806-935B51193731}" dt="2025-08-13T21:03:57.475" v="88" actId="164"/>
          <ac:cxnSpMkLst>
            <pc:docMk/>
            <pc:sldMk cId="665169573" sldId="257"/>
            <ac:cxnSpMk id="129" creationId="{05365F38-0B53-4AAF-9191-C4E3BDEDF540}"/>
          </ac:cxnSpMkLst>
        </pc:cxnChg>
        <pc:cxnChg chg="mod topLvl">
          <ac:chgData name="Callerio, Santiago" userId="cb286a09-927b-4d22-9d8f-4c2570b52930" providerId="ADAL" clId="{12CAE670-9A3C-4BEA-8806-935B51193731}" dt="2025-08-13T21:03:57.475" v="88" actId="164"/>
          <ac:cxnSpMkLst>
            <pc:docMk/>
            <pc:sldMk cId="665169573" sldId="257"/>
            <ac:cxnSpMk id="130" creationId="{A3759B57-939A-4028-90DF-7422E2DA4D63}"/>
          </ac:cxnSpMkLst>
        </pc:cxnChg>
        <pc:cxnChg chg="mod topLvl">
          <ac:chgData name="Callerio, Santiago" userId="cb286a09-927b-4d22-9d8f-4c2570b52930" providerId="ADAL" clId="{12CAE670-9A3C-4BEA-8806-935B51193731}" dt="2025-08-13T21:02:12.146" v="73" actId="164"/>
          <ac:cxnSpMkLst>
            <pc:docMk/>
            <pc:sldMk cId="665169573" sldId="257"/>
            <ac:cxnSpMk id="134" creationId="{5EE219AC-95E7-4895-94EE-D64CE05A424F}"/>
          </ac:cxnSpMkLst>
        </pc:cxnChg>
        <pc:cxnChg chg="mod topLvl">
          <ac:chgData name="Callerio, Santiago" userId="cb286a09-927b-4d22-9d8f-4c2570b52930" providerId="ADAL" clId="{12CAE670-9A3C-4BEA-8806-935B51193731}" dt="2025-08-13T21:04:36.774" v="97" actId="164"/>
          <ac:cxnSpMkLst>
            <pc:docMk/>
            <pc:sldMk cId="665169573" sldId="257"/>
            <ac:cxnSpMk id="139" creationId="{BB8E6C1E-821D-4520-913C-A5CE04D1EAFF}"/>
          </ac:cxnSpMkLst>
        </pc:cxnChg>
        <pc:cxnChg chg="mod topLvl">
          <ac:chgData name="Callerio, Santiago" userId="cb286a09-927b-4d22-9d8f-4c2570b52930" providerId="ADAL" clId="{12CAE670-9A3C-4BEA-8806-935B51193731}" dt="2025-08-13T21:04:36.774" v="97" actId="164"/>
          <ac:cxnSpMkLst>
            <pc:docMk/>
            <pc:sldMk cId="665169573" sldId="257"/>
            <ac:cxnSpMk id="140" creationId="{34444945-FC76-4886-AE45-E5AB901EABDE}"/>
          </ac:cxnSpMkLst>
        </pc:cxnChg>
        <pc:cxnChg chg="mod topLvl">
          <ac:chgData name="Callerio, Santiago" userId="cb286a09-927b-4d22-9d8f-4c2570b52930" providerId="ADAL" clId="{12CAE670-9A3C-4BEA-8806-935B51193731}" dt="2025-08-13T21:04:36.774" v="97" actId="164"/>
          <ac:cxnSpMkLst>
            <pc:docMk/>
            <pc:sldMk cId="665169573" sldId="257"/>
            <ac:cxnSpMk id="141" creationId="{8EBC89C0-43F5-48A9-A22D-997B55B29F36}"/>
          </ac:cxnSpMkLst>
        </pc:cxnChg>
        <pc:cxnChg chg="mod topLvl">
          <ac:chgData name="Callerio, Santiago" userId="cb286a09-927b-4d22-9d8f-4c2570b52930" providerId="ADAL" clId="{12CAE670-9A3C-4BEA-8806-935B51193731}" dt="2025-08-13T21:04:36.774" v="97" actId="164"/>
          <ac:cxnSpMkLst>
            <pc:docMk/>
            <pc:sldMk cId="665169573" sldId="257"/>
            <ac:cxnSpMk id="143" creationId="{1C9153F1-963A-4726-B20A-59E7F6045BD1}"/>
          </ac:cxnSpMkLst>
        </pc:cxnChg>
        <pc:cxnChg chg="mod topLvl">
          <ac:chgData name="Callerio, Santiago" userId="cb286a09-927b-4d22-9d8f-4c2570b52930" providerId="ADAL" clId="{12CAE670-9A3C-4BEA-8806-935B51193731}" dt="2025-08-13T21:04:36.774" v="97" actId="164"/>
          <ac:cxnSpMkLst>
            <pc:docMk/>
            <pc:sldMk cId="665169573" sldId="257"/>
            <ac:cxnSpMk id="145" creationId="{CD051B42-6A3F-4930-BF73-CDF0A54FE8C5}"/>
          </ac:cxnSpMkLst>
        </pc:cxnChg>
        <pc:cxnChg chg="mod topLvl">
          <ac:chgData name="Callerio, Santiago" userId="cb286a09-927b-4d22-9d8f-4c2570b52930" providerId="ADAL" clId="{12CAE670-9A3C-4BEA-8806-935B51193731}" dt="2025-08-13T21:04:36.774" v="97" actId="164"/>
          <ac:cxnSpMkLst>
            <pc:docMk/>
            <pc:sldMk cId="665169573" sldId="257"/>
            <ac:cxnSpMk id="147" creationId="{85B09C84-F53C-44BB-896C-56E18FA8D806}"/>
          </ac:cxnSpMkLst>
        </pc:cxnChg>
        <pc:cxnChg chg="mod topLvl">
          <ac:chgData name="Callerio, Santiago" userId="cb286a09-927b-4d22-9d8f-4c2570b52930" providerId="ADAL" clId="{12CAE670-9A3C-4BEA-8806-935B51193731}" dt="2025-08-13T21:04:36.774" v="97" actId="164"/>
          <ac:cxnSpMkLst>
            <pc:docMk/>
            <pc:sldMk cId="665169573" sldId="257"/>
            <ac:cxnSpMk id="149" creationId="{B5F44073-C728-43A0-BF57-56848B71E8D0}"/>
          </ac:cxnSpMkLst>
        </pc:cxnChg>
        <pc:cxnChg chg="mod topLvl">
          <ac:chgData name="Callerio, Santiago" userId="cb286a09-927b-4d22-9d8f-4c2570b52930" providerId="ADAL" clId="{12CAE670-9A3C-4BEA-8806-935B51193731}" dt="2025-08-13T21:04:36.774" v="97" actId="164"/>
          <ac:cxnSpMkLst>
            <pc:docMk/>
            <pc:sldMk cId="665169573" sldId="257"/>
            <ac:cxnSpMk id="150" creationId="{23258EC8-F90E-473D-B49F-F2234988092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5B33-3052-44FB-8326-79B4A0D2D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ACA34-0A05-41C0-A13D-9C8AE0D75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F0CBA-8DAF-4C03-92C6-C4D47375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2079-41CA-45CD-B82B-19B91FA02E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8B5EC-5B2B-4201-BD4F-72E5EAED8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6B86-60F6-44D9-B1C8-E128A2DAC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99AE3-6AA4-451D-9663-7BAD0EE24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59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E0325-4BDD-4A35-B068-0BF37E1A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6606-227D-48AB-B095-FDE43C7BE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7B9C8-FFFA-4B24-BB4A-A2C754D5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2079-41CA-45CD-B82B-19B91FA02E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31A0D-9AC3-4323-9049-3B79E037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64D42-998F-45C6-9A55-701B1A097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99AE3-6AA4-451D-9663-7BAD0EE24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2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70B0-B606-4340-9F49-A8EA445F2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BBDDC-4494-4A7B-ABFD-A461AA096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E45BE-B38C-4953-BCD2-27614C2D2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2079-41CA-45CD-B82B-19B91FA02E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76A50-51D4-4ED0-A119-88BEF5978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47030-9F0C-403D-8184-E927D11C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99AE3-6AA4-451D-9663-7BAD0EE24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69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CC8E-E72F-49EC-A97D-A479E3A5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A571D-9A6E-496A-9B96-10F963E04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AA4F2-F540-4BB6-87DF-2CE34A4D8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CDE8E-7FC7-4CFD-92C6-F5E02F2F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2079-41CA-45CD-B82B-19B91FA02E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7AE3F-AB3C-4C6A-875B-B89D961DC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58AF6-A2DD-4AAE-BFAD-13340A30D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99AE3-6AA4-451D-9663-7BAD0EE24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57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27F1E-B66E-41DE-B971-DED50C4C4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07FE7-2B72-48EC-AA40-295A9D50C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55811-CB7A-4AB5-A9C8-8BC401AA5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6CDA8A-9C00-4CA5-A08B-84EF544E9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9DEE8B-604A-45ED-B92A-5A83E30EC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F0BF9C-5D21-4B92-A48F-28307BD9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2079-41CA-45CD-B82B-19B91FA02E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A9D5DA-5F71-4A92-BC50-F3405A97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D5E9DE-E11E-4E53-9222-9708C0F4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99AE3-6AA4-451D-9663-7BAD0EE24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6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49746-0615-4D3B-A3D8-4F7D8C6A0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5E0BAE-F49B-4537-AD85-55715A709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2079-41CA-45CD-B82B-19B91FA02E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1B543-3A77-41F4-92E0-16031822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B3E7B-B9E4-44A4-A66E-9E43933D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99AE3-6AA4-451D-9663-7BAD0EE24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10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99052E-3146-45B7-819F-B6A252A8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2079-41CA-45CD-B82B-19B91FA02E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4FD67-12A1-4A58-9757-B211BD145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E4FD2-7FB4-4AE7-AC24-3778B621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99AE3-6AA4-451D-9663-7BAD0EE24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5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8E73C-0FF6-4ED5-96E9-9A205E671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DD464-A86F-4163-80DE-6A9A0BB61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59667-8354-4E84-9152-498E01588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01518-3D66-400B-9F5E-33C83BBA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2079-41CA-45CD-B82B-19B91FA02E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6CAF3-9EEC-4907-8776-33CA4D40C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3E808-4B92-496D-B044-8F3F70FD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99AE3-6AA4-451D-9663-7BAD0EE24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98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1399-B6CA-4E85-8BEE-1B534F6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936ECC-4712-4512-80BB-F0063F627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1C3CB-EE31-41E0-AB00-E94EE2BFC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BB2BC-3BA0-4033-B384-00E6228F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2079-41CA-45CD-B82B-19B91FA02E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77F2D-A2A6-40E1-8532-18E448D7F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F46EF-BB6E-4351-AE2F-D5B0DDD5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99AE3-6AA4-451D-9663-7BAD0EE24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7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9B316-BDA2-49C2-AB37-2F48D264F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9ADAC-D278-4950-B245-4A2AC9F7A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BD971-4498-496F-9A00-5034A5A5B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2079-41CA-45CD-B82B-19B91FA02E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EB0B8-78F8-4E32-AD2E-16A169A7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AC5F4-5E81-4398-B3D0-0430D10B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99AE3-6AA4-451D-9663-7BAD0EE24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15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064E4A-3D14-4B60-B33C-2D69E551D7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E8CF2-F201-4B56-A647-C58D32222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A861F-1191-472E-B793-40A6B020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2079-41CA-45CD-B82B-19B91FA02E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0ED71-20BF-48D4-972C-CEA5F062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09CF4-EBA8-424E-85AD-A81AA34F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99AE3-6AA4-451D-9663-7BAD0EE24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34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5758BB-198E-4342-A7E5-BC49AD202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2D4A7-A56E-413F-AE33-5B09DE5FE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DC9D2-D237-4EB6-9158-AABE18E5E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82079-41CA-45CD-B82B-19B91FA02E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BA764-438B-4DCB-AFB6-75CC5A942E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50175-A3DA-45EB-B10A-483C83E9C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99AE3-6AA4-451D-9663-7BAD0EE24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89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158">
            <a:extLst>
              <a:ext uri="{FF2B5EF4-FFF2-40B4-BE49-F238E27FC236}">
                <a16:creationId xmlns:a16="http://schemas.microsoft.com/office/drawing/2014/main" id="{261DE812-234B-4E50-AA1D-9B18D529DD6A}"/>
              </a:ext>
            </a:extLst>
          </p:cNvPr>
          <p:cNvGrpSpPr/>
          <p:nvPr/>
        </p:nvGrpSpPr>
        <p:grpSpPr>
          <a:xfrm>
            <a:off x="-28695" y="22288"/>
            <a:ext cx="8195186" cy="4744528"/>
            <a:chOff x="-28695" y="22288"/>
            <a:chExt cx="8195186" cy="4744528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2212293B-846E-4776-930E-9123CFD2A988}"/>
                </a:ext>
              </a:extLst>
            </p:cNvPr>
            <p:cNvSpPr/>
            <p:nvPr/>
          </p:nvSpPr>
          <p:spPr>
            <a:xfrm>
              <a:off x="-28695" y="22288"/>
              <a:ext cx="8195186" cy="47445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86D703E6-CB2F-46FD-AD0D-C32CE9621297}"/>
                </a:ext>
              </a:extLst>
            </p:cNvPr>
            <p:cNvGrpSpPr/>
            <p:nvPr/>
          </p:nvGrpSpPr>
          <p:grpSpPr>
            <a:xfrm>
              <a:off x="2059856" y="100927"/>
              <a:ext cx="2322038" cy="4584101"/>
              <a:chOff x="3057372" y="1752673"/>
              <a:chExt cx="2322038" cy="4584101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B1300F35-900C-47AE-BEBA-4EEAF810AF3B}"/>
                  </a:ext>
                </a:extLst>
              </p:cNvPr>
              <p:cNvGrpSpPr/>
              <p:nvPr/>
            </p:nvGrpSpPr>
            <p:grpSpPr>
              <a:xfrm>
                <a:off x="3057372" y="2337375"/>
                <a:ext cx="2322038" cy="3999399"/>
                <a:chOff x="3947342" y="1990966"/>
                <a:chExt cx="2322038" cy="3999399"/>
              </a:xfrm>
            </p:grpSpPr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CC5840FA-069D-4DA7-8F88-1E73D185C0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60490" y="1990966"/>
                  <a:ext cx="1548" cy="3395234"/>
                </a:xfrm>
                <a:prstGeom prst="line">
                  <a:avLst/>
                </a:prstGeom>
                <a:ln w="104775">
                  <a:solidFill>
                    <a:schemeClr val="accent4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Arc 100">
                  <a:extLst>
                    <a:ext uri="{FF2B5EF4-FFF2-40B4-BE49-F238E27FC236}">
                      <a16:creationId xmlns:a16="http://schemas.microsoft.com/office/drawing/2014/main" id="{C640AC07-3733-41FA-937D-58640CC09650}"/>
                    </a:ext>
                  </a:extLst>
                </p:cNvPr>
                <p:cNvSpPr/>
                <p:nvPr/>
              </p:nvSpPr>
              <p:spPr>
                <a:xfrm rot="10800000">
                  <a:off x="4856835" y="5010662"/>
                  <a:ext cx="623890" cy="718004"/>
                </a:xfrm>
                <a:prstGeom prst="arc">
                  <a:avLst/>
                </a:prstGeom>
                <a:noFill/>
                <a:ln w="104775">
                  <a:solidFill>
                    <a:schemeClr val="accent4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latin typeface="Arial Narrow" panose="020B0606020202030204" pitchFamily="34" charset="0"/>
                  </a:endParaRPr>
                </a:p>
              </p:txBody>
            </p: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F6AA6139-E1B0-447F-B51B-428B5CBCEE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7378" y="1990967"/>
                  <a:ext cx="855382" cy="575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CA73D98A-5F08-4273-A3C4-33D6B4F1B4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80247" y="1996718"/>
                  <a:ext cx="0" cy="84194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Right Triangle 103">
                  <a:extLst>
                    <a:ext uri="{FF2B5EF4-FFF2-40B4-BE49-F238E27FC236}">
                      <a16:creationId xmlns:a16="http://schemas.microsoft.com/office/drawing/2014/main" id="{A977E63C-1CAB-485F-9B41-B4BC37EA6DA7}"/>
                    </a:ext>
                  </a:extLst>
                </p:cNvPr>
                <p:cNvSpPr/>
                <p:nvPr/>
              </p:nvSpPr>
              <p:spPr>
                <a:xfrm rot="16200000">
                  <a:off x="4300127" y="2658539"/>
                  <a:ext cx="182615" cy="177625"/>
                </a:xfrm>
                <a:prstGeom prst="rtTriangl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latin typeface="Arial Narrow" panose="020B0606020202030204" pitchFamily="34" charset="0"/>
                  </a:endParaRPr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D6887878-F72C-45CF-8703-6FCC42AA1C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49938" y="1990967"/>
                  <a:ext cx="0" cy="259775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Right Triangle 105">
                  <a:extLst>
                    <a:ext uri="{FF2B5EF4-FFF2-40B4-BE49-F238E27FC236}">
                      <a16:creationId xmlns:a16="http://schemas.microsoft.com/office/drawing/2014/main" id="{B850051B-57EB-4E99-AEF4-DCE684830EB1}"/>
                    </a:ext>
                  </a:extLst>
                </p:cNvPr>
                <p:cNvSpPr/>
                <p:nvPr/>
              </p:nvSpPr>
              <p:spPr>
                <a:xfrm rot="16200000">
                  <a:off x="4463816" y="4408602"/>
                  <a:ext cx="182615" cy="177625"/>
                </a:xfrm>
                <a:prstGeom prst="rtTriangl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latin typeface="Arial Narrow" panose="020B0606020202030204" pitchFamily="34" charset="0"/>
                  </a:endParaRPr>
                </a:p>
              </p:txBody>
            </p: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B79339F5-C4FD-44E5-AE0C-2D83F9FF69B1}"/>
                    </a:ext>
                  </a:extLst>
                </p:cNvPr>
                <p:cNvCxnSpPr>
                  <a:cxnSpLocks/>
                  <a:endCxn id="108" idx="2"/>
                </p:cNvCxnSpPr>
                <p:nvPr/>
              </p:nvCxnSpPr>
              <p:spPr>
                <a:xfrm flipH="1">
                  <a:off x="4807917" y="1990967"/>
                  <a:ext cx="1548" cy="342364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" name="Arc 107">
                  <a:extLst>
                    <a:ext uri="{FF2B5EF4-FFF2-40B4-BE49-F238E27FC236}">
                      <a16:creationId xmlns:a16="http://schemas.microsoft.com/office/drawing/2014/main" id="{02BFFEC8-0DCB-441E-A15A-9B303DA3B12B}"/>
                    </a:ext>
                  </a:extLst>
                </p:cNvPr>
                <p:cNvSpPr/>
                <p:nvPr/>
              </p:nvSpPr>
              <p:spPr>
                <a:xfrm rot="10800000">
                  <a:off x="4807917" y="5043735"/>
                  <a:ext cx="723138" cy="741751"/>
                </a:xfrm>
                <a:prstGeom prst="arc">
                  <a:avLst/>
                </a:prstGeom>
                <a:noFill/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latin typeface="Arial Narrow" panose="020B0606020202030204" pitchFamily="34" charset="0"/>
                  </a:endParaRPr>
                </a:p>
              </p:txBody>
            </p: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CF9FDCD6-A38C-4904-8F3C-3101E6D0B8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69485" y="5785487"/>
                  <a:ext cx="109728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0" name="Right Triangle 109">
                  <a:extLst>
                    <a:ext uri="{FF2B5EF4-FFF2-40B4-BE49-F238E27FC236}">
                      <a16:creationId xmlns:a16="http://schemas.microsoft.com/office/drawing/2014/main" id="{87B4DE48-6A74-471F-8EC2-B552E91B82EF}"/>
                    </a:ext>
                  </a:extLst>
                </p:cNvPr>
                <p:cNvSpPr/>
                <p:nvPr/>
              </p:nvSpPr>
              <p:spPr>
                <a:xfrm rot="10800000">
                  <a:off x="6091755" y="5790402"/>
                  <a:ext cx="177625" cy="182615"/>
                </a:xfrm>
                <a:prstGeom prst="rtTriangl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latin typeface="Arial Narrow" panose="020B0606020202030204" pitchFamily="34" charset="0"/>
                  </a:endParaRPr>
                </a:p>
              </p:txBody>
            </p: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9AD53880-2F15-47C2-B438-5535543FC86C}"/>
                    </a:ext>
                  </a:extLst>
                </p:cNvPr>
                <p:cNvCxnSpPr>
                  <a:cxnSpLocks/>
                  <a:stCxn id="104" idx="0"/>
                </p:cNvCxnSpPr>
                <p:nvPr/>
              </p:nvCxnSpPr>
              <p:spPr>
                <a:xfrm flipH="1">
                  <a:off x="3969924" y="2838659"/>
                  <a:ext cx="33269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22FEAB30-D202-484D-B43E-304719C60BCC}"/>
                    </a:ext>
                  </a:extLst>
                </p:cNvPr>
                <p:cNvCxnSpPr>
                  <a:cxnSpLocks/>
                  <a:stCxn id="106" idx="0"/>
                </p:cNvCxnSpPr>
                <p:nvPr/>
              </p:nvCxnSpPr>
              <p:spPr>
                <a:xfrm flipH="1" flipV="1">
                  <a:off x="3968650" y="4588721"/>
                  <a:ext cx="497661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7B4A6C0A-1AC4-40A7-8719-608222615003}"/>
                    </a:ext>
                  </a:extLst>
                </p:cNvPr>
                <p:cNvSpPr txBox="1"/>
                <p:nvPr/>
              </p:nvSpPr>
              <p:spPr>
                <a:xfrm>
                  <a:off x="4132541" y="4616554"/>
                  <a:ext cx="623889" cy="217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b="1">
                      <a:latin typeface="Arial Narrow" panose="020B0606020202030204" pitchFamily="34" charset="0"/>
                    </a:rPr>
                    <a:t>8-1/2” Hole</a:t>
                  </a:r>
                  <a:endParaRPr lang="es-AR" sz="800" b="1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D743DA14-10FC-4E81-A2AB-2DA3CB480D72}"/>
                    </a:ext>
                  </a:extLst>
                </p:cNvPr>
                <p:cNvSpPr txBox="1"/>
                <p:nvPr/>
              </p:nvSpPr>
              <p:spPr>
                <a:xfrm>
                  <a:off x="3947342" y="2838660"/>
                  <a:ext cx="646331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b="1">
                      <a:latin typeface="Arial Narrow" panose="020B0606020202030204" pitchFamily="34" charset="0"/>
                    </a:rPr>
                    <a:t>12-1/4”Hole</a:t>
                  </a:r>
                  <a:endParaRPr lang="es-AR" sz="800" b="1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84418EE-995C-410D-9253-4D8BDA1F0721}"/>
                    </a:ext>
                  </a:extLst>
                </p:cNvPr>
                <p:cNvSpPr txBox="1"/>
                <p:nvPr/>
              </p:nvSpPr>
              <p:spPr>
                <a:xfrm>
                  <a:off x="5341107" y="5773052"/>
                  <a:ext cx="623889" cy="217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b="1">
                      <a:latin typeface="Arial Narrow" panose="020B0606020202030204" pitchFamily="34" charset="0"/>
                    </a:rPr>
                    <a:t>6-1/8” Hole</a:t>
                  </a:r>
                  <a:endParaRPr lang="es-AR" sz="800" b="1">
                    <a:latin typeface="Arial Narrow" panose="020B0606020202030204" pitchFamily="34" charset="0"/>
                  </a:endParaRPr>
                </a:p>
              </p:txBody>
            </p: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841A399-D812-463F-A36F-E213FA5FD14A}"/>
                  </a:ext>
                </a:extLst>
              </p:cNvPr>
              <p:cNvSpPr txBox="1"/>
              <p:nvPr/>
            </p:nvSpPr>
            <p:spPr>
              <a:xfrm>
                <a:off x="3169277" y="1752673"/>
                <a:ext cx="1467068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FF800E"/>
                    </a:solidFill>
                    <a:latin typeface="Arial Narrow" panose="020B0606020202030204" pitchFamily="34" charset="0"/>
                  </a:rPr>
                  <a:t>@Landing Point</a:t>
                </a:r>
              </a:p>
              <a:p>
                <a:pPr algn="ctr"/>
                <a:r>
                  <a:rPr lang="en-US" sz="1600" b="1" dirty="0">
                    <a:solidFill>
                      <a:srgbClr val="FF800E"/>
                    </a:solidFill>
                    <a:latin typeface="Arial Narrow" panose="020B0606020202030204" pitchFamily="34" charset="0"/>
                  </a:rPr>
                  <a:t>(MPD)</a:t>
                </a:r>
                <a:endParaRPr lang="es-AR" sz="1600" b="1" dirty="0">
                  <a:solidFill>
                    <a:srgbClr val="FF800E"/>
                  </a:solidFill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CA2118E-F3BC-45F7-A469-A2F409469962}"/>
                </a:ext>
              </a:extLst>
            </p:cNvPr>
            <p:cNvGrpSpPr/>
            <p:nvPr/>
          </p:nvGrpSpPr>
          <p:grpSpPr>
            <a:xfrm>
              <a:off x="3901970" y="100927"/>
              <a:ext cx="2352560" cy="4579184"/>
              <a:chOff x="5500496" y="1755572"/>
              <a:chExt cx="2352560" cy="4579184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BE76A11D-4E6E-4B82-8FEE-4FD2238473BC}"/>
                  </a:ext>
                </a:extLst>
              </p:cNvPr>
              <p:cNvGrpSpPr/>
              <p:nvPr/>
            </p:nvGrpSpPr>
            <p:grpSpPr>
              <a:xfrm>
                <a:off x="5530443" y="2337375"/>
                <a:ext cx="2322613" cy="3997381"/>
                <a:chOff x="3947342" y="1990966"/>
                <a:chExt cx="2322613" cy="3997381"/>
              </a:xfrm>
            </p:grpSpPr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78759A5D-8243-4287-8D01-23281EA3BA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65732" y="1990966"/>
                  <a:ext cx="373" cy="2625588"/>
                </a:xfrm>
                <a:prstGeom prst="line">
                  <a:avLst/>
                </a:prstGeom>
                <a:ln w="104775">
                  <a:solidFill>
                    <a:schemeClr val="accent4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C36C917B-1106-4B6D-BA27-CBB641D4D5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7378" y="1990967"/>
                  <a:ext cx="855382" cy="575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3B624479-09BE-4C21-AB3A-4D958EF06F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80247" y="1996718"/>
                  <a:ext cx="0" cy="84194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2" name="Right Triangle 121">
                  <a:extLst>
                    <a:ext uri="{FF2B5EF4-FFF2-40B4-BE49-F238E27FC236}">
                      <a16:creationId xmlns:a16="http://schemas.microsoft.com/office/drawing/2014/main" id="{F07FCD32-8E4B-4E03-B0EE-B0CBBEBBB852}"/>
                    </a:ext>
                  </a:extLst>
                </p:cNvPr>
                <p:cNvSpPr/>
                <p:nvPr/>
              </p:nvSpPr>
              <p:spPr>
                <a:xfrm rot="16200000">
                  <a:off x="4300539" y="2658539"/>
                  <a:ext cx="182615" cy="177625"/>
                </a:xfrm>
                <a:prstGeom prst="rtTriangl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latin typeface="Arial Narrow" panose="020B0606020202030204" pitchFamily="34" charset="0"/>
                  </a:endParaRPr>
                </a:p>
              </p:txBody>
            </p: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39527BC5-A491-4092-83D5-5F620D1484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49938" y="1990967"/>
                  <a:ext cx="0" cy="259775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4" name="Right Triangle 123">
                  <a:extLst>
                    <a:ext uri="{FF2B5EF4-FFF2-40B4-BE49-F238E27FC236}">
                      <a16:creationId xmlns:a16="http://schemas.microsoft.com/office/drawing/2014/main" id="{A337798A-8729-4F0F-9565-0151DF6B1AB5}"/>
                    </a:ext>
                  </a:extLst>
                </p:cNvPr>
                <p:cNvSpPr/>
                <p:nvPr/>
              </p:nvSpPr>
              <p:spPr>
                <a:xfrm rot="16200000">
                  <a:off x="4463816" y="4408602"/>
                  <a:ext cx="182615" cy="177625"/>
                </a:xfrm>
                <a:prstGeom prst="rtTriangl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latin typeface="Arial Narrow" panose="020B0606020202030204" pitchFamily="34" charset="0"/>
                  </a:endParaRPr>
                </a:p>
              </p:txBody>
            </p: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AB3BEB62-01B9-4820-B471-8666FC0A44E0}"/>
                    </a:ext>
                  </a:extLst>
                </p:cNvPr>
                <p:cNvCxnSpPr>
                  <a:cxnSpLocks/>
                  <a:endCxn id="126" idx="2"/>
                </p:cNvCxnSpPr>
                <p:nvPr/>
              </p:nvCxnSpPr>
              <p:spPr>
                <a:xfrm flipH="1">
                  <a:off x="4807917" y="1990967"/>
                  <a:ext cx="1548" cy="342364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6" name="Arc 125">
                  <a:extLst>
                    <a:ext uri="{FF2B5EF4-FFF2-40B4-BE49-F238E27FC236}">
                      <a16:creationId xmlns:a16="http://schemas.microsoft.com/office/drawing/2014/main" id="{CAB32575-F7C7-4DBD-B5F0-A2713163BF23}"/>
                    </a:ext>
                  </a:extLst>
                </p:cNvPr>
                <p:cNvSpPr/>
                <p:nvPr/>
              </p:nvSpPr>
              <p:spPr>
                <a:xfrm rot="10800000">
                  <a:off x="4807917" y="5043735"/>
                  <a:ext cx="723138" cy="741751"/>
                </a:xfrm>
                <a:prstGeom prst="arc">
                  <a:avLst/>
                </a:prstGeom>
                <a:noFill/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latin typeface="Arial Narrow" panose="020B0606020202030204" pitchFamily="34" charset="0"/>
                  </a:endParaRPr>
                </a:p>
              </p:txBody>
            </p: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FA503C0A-ACE0-483C-9AC6-CB8940BD0F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69485" y="5785487"/>
                  <a:ext cx="109728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8" name="Right Triangle 127">
                  <a:extLst>
                    <a:ext uri="{FF2B5EF4-FFF2-40B4-BE49-F238E27FC236}">
                      <a16:creationId xmlns:a16="http://schemas.microsoft.com/office/drawing/2014/main" id="{0DF2F1DC-A4A1-4C8D-9C8E-58EAC30AE150}"/>
                    </a:ext>
                  </a:extLst>
                </p:cNvPr>
                <p:cNvSpPr/>
                <p:nvPr/>
              </p:nvSpPr>
              <p:spPr>
                <a:xfrm rot="10800000">
                  <a:off x="6092330" y="5781356"/>
                  <a:ext cx="177625" cy="182615"/>
                </a:xfrm>
                <a:prstGeom prst="rtTriangl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latin typeface="Arial Narrow" panose="020B0606020202030204" pitchFamily="34" charset="0"/>
                  </a:endParaRPr>
                </a:p>
              </p:txBody>
            </p: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05365F38-0B53-4AAF-9191-C4E3BDEDF540}"/>
                    </a:ext>
                  </a:extLst>
                </p:cNvPr>
                <p:cNvCxnSpPr>
                  <a:cxnSpLocks/>
                  <a:stCxn id="122" idx="0"/>
                </p:cNvCxnSpPr>
                <p:nvPr/>
              </p:nvCxnSpPr>
              <p:spPr>
                <a:xfrm flipH="1">
                  <a:off x="3970336" y="2838659"/>
                  <a:ext cx="33269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A3759B57-939A-4028-90DF-7422E2DA4D63}"/>
                    </a:ext>
                  </a:extLst>
                </p:cNvPr>
                <p:cNvCxnSpPr>
                  <a:cxnSpLocks/>
                  <a:stCxn id="124" idx="0"/>
                </p:cNvCxnSpPr>
                <p:nvPr/>
              </p:nvCxnSpPr>
              <p:spPr>
                <a:xfrm flipH="1" flipV="1">
                  <a:off x="3968650" y="4588721"/>
                  <a:ext cx="497661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9637D787-9C61-4A9E-A5F2-AC7FF597FD73}"/>
                    </a:ext>
                  </a:extLst>
                </p:cNvPr>
                <p:cNvSpPr txBox="1"/>
                <p:nvPr/>
              </p:nvSpPr>
              <p:spPr>
                <a:xfrm>
                  <a:off x="4132541" y="4616554"/>
                  <a:ext cx="623889" cy="217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b="1">
                      <a:latin typeface="Arial Narrow" panose="020B0606020202030204" pitchFamily="34" charset="0"/>
                    </a:rPr>
                    <a:t>8-1/2” Hole</a:t>
                  </a:r>
                  <a:endParaRPr lang="es-AR" sz="800" b="1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49E7B700-146C-47B8-8381-EA0CACB33973}"/>
                    </a:ext>
                  </a:extLst>
                </p:cNvPr>
                <p:cNvSpPr txBox="1"/>
                <p:nvPr/>
              </p:nvSpPr>
              <p:spPr>
                <a:xfrm>
                  <a:off x="3947342" y="2838660"/>
                  <a:ext cx="646331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b="1">
                      <a:latin typeface="Arial Narrow" panose="020B0606020202030204" pitchFamily="34" charset="0"/>
                    </a:rPr>
                    <a:t>12-1/4”Hole</a:t>
                  </a:r>
                  <a:endParaRPr lang="es-AR" sz="800" b="1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9BF6A15D-4B53-46A8-AF9E-2DD7BDFBF887}"/>
                    </a:ext>
                  </a:extLst>
                </p:cNvPr>
                <p:cNvSpPr txBox="1"/>
                <p:nvPr/>
              </p:nvSpPr>
              <p:spPr>
                <a:xfrm>
                  <a:off x="5334135" y="5771034"/>
                  <a:ext cx="623889" cy="217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b="1">
                      <a:latin typeface="Arial Narrow" panose="020B0606020202030204" pitchFamily="34" charset="0"/>
                    </a:rPr>
                    <a:t>6-1/8” Hole</a:t>
                  </a:r>
                  <a:endParaRPr lang="es-AR" sz="800" b="1">
                    <a:latin typeface="Arial Narrow" panose="020B0606020202030204" pitchFamily="34" charset="0"/>
                  </a:endParaRPr>
                </a:p>
              </p:txBody>
            </p:sp>
          </p:grp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7AF4358E-1E7F-4F9C-825E-4BE6EEB0263E}"/>
                  </a:ext>
                </a:extLst>
              </p:cNvPr>
              <p:cNvSpPr txBox="1"/>
              <p:nvPr/>
            </p:nvSpPr>
            <p:spPr>
              <a:xfrm>
                <a:off x="5500496" y="1755572"/>
                <a:ext cx="1410964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ABABAB"/>
                    </a:solidFill>
                    <a:latin typeface="Arial Narrow" panose="020B0606020202030204" pitchFamily="34" charset="0"/>
                  </a:rPr>
                  <a:t>@Casing Shoe</a:t>
                </a:r>
              </a:p>
              <a:p>
                <a:pPr algn="ctr"/>
                <a:r>
                  <a:rPr lang="en-US" sz="1600" b="1" dirty="0">
                    <a:solidFill>
                      <a:srgbClr val="ABABAB"/>
                    </a:solidFill>
                    <a:latin typeface="Arial Narrow" panose="020B0606020202030204" pitchFamily="34" charset="0"/>
                  </a:rPr>
                  <a:t>(MPD)</a:t>
                </a:r>
                <a:endParaRPr lang="es-AR" sz="1600" b="1" dirty="0">
                  <a:solidFill>
                    <a:srgbClr val="ABABAB"/>
                  </a:solidFill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9CAB0733-4EE9-439B-BDC1-D4F71276574F}"/>
                </a:ext>
              </a:extLst>
            </p:cNvPr>
            <p:cNvGrpSpPr/>
            <p:nvPr/>
          </p:nvGrpSpPr>
          <p:grpSpPr>
            <a:xfrm>
              <a:off x="-25971" y="100927"/>
              <a:ext cx="2565751" cy="4585933"/>
              <a:chOff x="83071" y="1903848"/>
              <a:chExt cx="2565751" cy="4585933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20E48ED5-D73F-4DBB-9002-CB3EE270CF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34494" y="2490382"/>
                <a:ext cx="1548" cy="3395234"/>
              </a:xfrm>
              <a:prstGeom prst="line">
                <a:avLst/>
              </a:prstGeom>
              <a:ln w="1047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id="{D049EC34-2E78-457C-A5F4-6947172A0FF1}"/>
                  </a:ext>
                </a:extLst>
              </p:cNvPr>
              <p:cNvSpPr/>
              <p:nvPr/>
            </p:nvSpPr>
            <p:spPr>
              <a:xfrm rot="10800000">
                <a:off x="1236845" y="5543150"/>
                <a:ext cx="640357" cy="684932"/>
              </a:xfrm>
              <a:prstGeom prst="arc">
                <a:avLst/>
              </a:prstGeom>
              <a:noFill/>
              <a:ln w="1047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FC8EDDA-3BEB-4AEE-AB46-AAA2B15CF4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26722" y="6230020"/>
                <a:ext cx="1122100" cy="0"/>
              </a:xfrm>
              <a:prstGeom prst="line">
                <a:avLst/>
              </a:prstGeom>
              <a:ln w="1047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1494674-4B94-4B5A-AC62-9D635D8A75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3272" y="2490383"/>
                <a:ext cx="855382" cy="57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58856C9-8689-4826-88F7-26AA217B3A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6141" y="2496134"/>
                <a:ext cx="0" cy="84194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ight Triangle 83">
                <a:extLst>
                  <a:ext uri="{FF2B5EF4-FFF2-40B4-BE49-F238E27FC236}">
                    <a16:creationId xmlns:a16="http://schemas.microsoft.com/office/drawing/2014/main" id="{6EB9DD60-1331-4DFF-8C36-DD1194B7B265}"/>
                  </a:ext>
                </a:extLst>
              </p:cNvPr>
              <p:cNvSpPr/>
              <p:nvPr/>
            </p:nvSpPr>
            <p:spPr>
              <a:xfrm rot="16200000">
                <a:off x="676433" y="3157955"/>
                <a:ext cx="182615" cy="177625"/>
              </a:xfrm>
              <a:prstGeom prst="rt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13FF329-615B-4B57-9E93-D05FE9E02E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5832" y="2490383"/>
                <a:ext cx="0" cy="25977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Right Triangle 85">
                <a:extLst>
                  <a:ext uri="{FF2B5EF4-FFF2-40B4-BE49-F238E27FC236}">
                    <a16:creationId xmlns:a16="http://schemas.microsoft.com/office/drawing/2014/main" id="{56F55537-513A-4A44-AF5C-C37E842F0EC8}"/>
                  </a:ext>
                </a:extLst>
              </p:cNvPr>
              <p:cNvSpPr/>
              <p:nvPr/>
            </p:nvSpPr>
            <p:spPr>
              <a:xfrm rot="16200000">
                <a:off x="839710" y="4908018"/>
                <a:ext cx="182615" cy="177625"/>
              </a:xfrm>
              <a:prstGeom prst="rt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2359BA7D-204E-4FAF-A5B8-4B732B9CADEC}"/>
                  </a:ext>
                </a:extLst>
              </p:cNvPr>
              <p:cNvCxnSpPr>
                <a:cxnSpLocks/>
                <a:endCxn id="88" idx="2"/>
              </p:cNvCxnSpPr>
              <p:nvPr/>
            </p:nvCxnSpPr>
            <p:spPr>
              <a:xfrm flipH="1">
                <a:off x="1183811" y="2490383"/>
                <a:ext cx="1548" cy="34236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Arc 87">
                <a:extLst>
                  <a:ext uri="{FF2B5EF4-FFF2-40B4-BE49-F238E27FC236}">
                    <a16:creationId xmlns:a16="http://schemas.microsoft.com/office/drawing/2014/main" id="{9867C21A-4320-4519-AD7F-F6BD50A38139}"/>
                  </a:ext>
                </a:extLst>
              </p:cNvPr>
              <p:cNvSpPr/>
              <p:nvPr/>
            </p:nvSpPr>
            <p:spPr>
              <a:xfrm rot="10800000">
                <a:off x="1183811" y="5543151"/>
                <a:ext cx="723138" cy="741751"/>
              </a:xfrm>
              <a:prstGeom prst="arc">
                <a:avLst/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9C4E2D80-FBD1-4910-A980-2E9AD4D6FB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45379" y="6283801"/>
                <a:ext cx="1097280" cy="110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ight Triangle 89">
                <a:extLst>
                  <a:ext uri="{FF2B5EF4-FFF2-40B4-BE49-F238E27FC236}">
                    <a16:creationId xmlns:a16="http://schemas.microsoft.com/office/drawing/2014/main" id="{B20B93AA-4427-4846-80A7-D3FFB4999ED0}"/>
                  </a:ext>
                </a:extLst>
              </p:cNvPr>
              <p:cNvSpPr/>
              <p:nvPr/>
            </p:nvSpPr>
            <p:spPr>
              <a:xfrm rot="10800000">
                <a:off x="2460845" y="6289818"/>
                <a:ext cx="177625" cy="182615"/>
              </a:xfrm>
              <a:prstGeom prst="rt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0556391D-6543-4FF6-9940-C52D10A8ABFB}"/>
                  </a:ext>
                </a:extLst>
              </p:cNvPr>
              <p:cNvCxnSpPr>
                <a:cxnSpLocks/>
                <a:stCxn id="84" idx="0"/>
              </p:cNvCxnSpPr>
              <p:nvPr/>
            </p:nvCxnSpPr>
            <p:spPr>
              <a:xfrm flipH="1">
                <a:off x="346230" y="3338075"/>
                <a:ext cx="33269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AED812F6-5C3B-4A6C-A5A1-5BB4A1EF9E4D}"/>
                  </a:ext>
                </a:extLst>
              </p:cNvPr>
              <p:cNvCxnSpPr>
                <a:cxnSpLocks/>
                <a:stCxn id="86" idx="0"/>
              </p:cNvCxnSpPr>
              <p:nvPr/>
            </p:nvCxnSpPr>
            <p:spPr>
              <a:xfrm flipH="1">
                <a:off x="344545" y="5088138"/>
                <a:ext cx="4976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38D0031-4CCA-4E2B-8EF3-4001217070A3}"/>
                  </a:ext>
                </a:extLst>
              </p:cNvPr>
              <p:cNvSpPr txBox="1"/>
              <p:nvPr/>
            </p:nvSpPr>
            <p:spPr>
              <a:xfrm>
                <a:off x="508435" y="5115970"/>
                <a:ext cx="623889" cy="217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latin typeface="Arial Narrow" panose="020B0606020202030204" pitchFamily="34" charset="0"/>
                  </a:rPr>
                  <a:t>8-1/2” Hole</a:t>
                </a:r>
                <a:endParaRPr lang="es-AR" sz="800" b="1">
                  <a:latin typeface="Arial Narrow" panose="020B0606020202030204" pitchFamily="34" charset="0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4FB03D1-C035-40CD-9E88-026C7E02FFBD}"/>
                  </a:ext>
                </a:extLst>
              </p:cNvPr>
              <p:cNvSpPr txBox="1"/>
              <p:nvPr/>
            </p:nvSpPr>
            <p:spPr>
              <a:xfrm>
                <a:off x="323236" y="3338076"/>
                <a:ext cx="646331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latin typeface="Arial Narrow" panose="020B0606020202030204" pitchFamily="34" charset="0"/>
                  </a:rPr>
                  <a:t>12-1/4”Hole</a:t>
                </a:r>
                <a:endParaRPr lang="es-AR" sz="800" b="1">
                  <a:latin typeface="Arial Narrow" panose="020B0606020202030204" pitchFamily="34" charset="0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8D57596-6BF4-47BD-AB02-3BFBAF434A4B}"/>
                  </a:ext>
                </a:extLst>
              </p:cNvPr>
              <p:cNvSpPr txBox="1"/>
              <p:nvPr/>
            </p:nvSpPr>
            <p:spPr>
              <a:xfrm>
                <a:off x="1769573" y="6272468"/>
                <a:ext cx="623889" cy="217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latin typeface="Arial Narrow" panose="020B0606020202030204" pitchFamily="34" charset="0"/>
                  </a:rPr>
                  <a:t>6-1/8” Hole</a:t>
                </a:r>
                <a:endParaRPr lang="es-AR" sz="800" b="1">
                  <a:latin typeface="Arial Narrow" panose="020B0606020202030204" pitchFamily="34" charset="0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D6F4814-36A7-4F3D-883E-6EF9B429C463}"/>
                  </a:ext>
                </a:extLst>
              </p:cNvPr>
              <p:cNvSpPr txBox="1"/>
              <p:nvPr/>
            </p:nvSpPr>
            <p:spPr>
              <a:xfrm>
                <a:off x="83071" y="1903848"/>
                <a:ext cx="199453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006BA4"/>
                    </a:solidFill>
                    <a:latin typeface="Arial Narrow" panose="020B0606020202030204" pitchFamily="34" charset="0"/>
                  </a:rPr>
                  <a:t>@TD </a:t>
                </a:r>
              </a:p>
              <a:p>
                <a:pPr algn="ctr"/>
                <a:r>
                  <a:rPr lang="en-US" sz="1600" b="1" dirty="0">
                    <a:solidFill>
                      <a:srgbClr val="006BA4"/>
                    </a:solidFill>
                    <a:latin typeface="Arial Narrow" panose="020B0606020202030204" pitchFamily="34" charset="0"/>
                  </a:rPr>
                  <a:t>(Conventional</a:t>
                </a:r>
                <a:r>
                  <a:rPr lang="es-AR" sz="1600" b="1" dirty="0">
                    <a:solidFill>
                      <a:srgbClr val="006BA4"/>
                    </a:solidFill>
                    <a:latin typeface="Arial Narrow" panose="020B0606020202030204" pitchFamily="34" charset="0"/>
                  </a:rPr>
                  <a:t>)</a:t>
                </a:r>
              </a:p>
            </p:txBody>
          </p: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5EE219AC-95E7-4895-94EE-D64CE05A42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507" y="5765242"/>
                <a:ext cx="402233" cy="0"/>
              </a:xfrm>
              <a:prstGeom prst="line">
                <a:avLst/>
              </a:prstGeom>
              <a:ln w="1047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8540936D-AC29-4E46-8289-11D5418A4587}"/>
                  </a:ext>
                </a:extLst>
              </p:cNvPr>
              <p:cNvSpPr txBox="1"/>
              <p:nvPr/>
            </p:nvSpPr>
            <p:spPr>
              <a:xfrm>
                <a:off x="224903" y="5835699"/>
                <a:ext cx="61088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latin typeface="Arial Narrow" panose="020B0606020202030204" pitchFamily="34" charset="0"/>
                  </a:rPr>
                  <a:t>Kill Mud</a:t>
                </a:r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0C426FBC-641F-4B2E-97CB-7C2EF3064574}"/>
                </a:ext>
              </a:extLst>
            </p:cNvPr>
            <p:cNvGrpSpPr/>
            <p:nvPr/>
          </p:nvGrpSpPr>
          <p:grpSpPr>
            <a:xfrm>
              <a:off x="5341109" y="100927"/>
              <a:ext cx="2756110" cy="4583913"/>
              <a:chOff x="5096946" y="1750843"/>
              <a:chExt cx="2756110" cy="4583913"/>
            </a:xfrm>
          </p:grpSpPr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C546D19E-5811-4078-8279-655A7BA44A5D}"/>
                  </a:ext>
                </a:extLst>
              </p:cNvPr>
              <p:cNvGrpSpPr/>
              <p:nvPr/>
            </p:nvGrpSpPr>
            <p:grpSpPr>
              <a:xfrm>
                <a:off x="5530443" y="2337375"/>
                <a:ext cx="2322613" cy="3997381"/>
                <a:chOff x="3947342" y="1990966"/>
                <a:chExt cx="2322613" cy="3997381"/>
              </a:xfrm>
            </p:grpSpPr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BB8E6C1E-821D-4520-913C-A5CE04D1EA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65732" y="1990966"/>
                  <a:ext cx="0" cy="665077"/>
                </a:xfrm>
                <a:prstGeom prst="line">
                  <a:avLst/>
                </a:prstGeom>
                <a:ln w="104775">
                  <a:solidFill>
                    <a:schemeClr val="accent4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34444945-FC76-4886-AE45-E5AB901EAB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7378" y="1990967"/>
                  <a:ext cx="855382" cy="575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8EBC89C0-43F5-48A9-A22D-997B55B29F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80247" y="1996718"/>
                  <a:ext cx="0" cy="84194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2" name="Right Triangle 141">
                  <a:extLst>
                    <a:ext uri="{FF2B5EF4-FFF2-40B4-BE49-F238E27FC236}">
                      <a16:creationId xmlns:a16="http://schemas.microsoft.com/office/drawing/2014/main" id="{99591469-DC74-48B0-899E-8708839FE0CF}"/>
                    </a:ext>
                  </a:extLst>
                </p:cNvPr>
                <p:cNvSpPr/>
                <p:nvPr/>
              </p:nvSpPr>
              <p:spPr>
                <a:xfrm rot="16200000">
                  <a:off x="4300539" y="2658539"/>
                  <a:ext cx="182615" cy="177625"/>
                </a:xfrm>
                <a:prstGeom prst="rtTriangl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latin typeface="Arial Narrow" panose="020B0606020202030204" pitchFamily="34" charset="0"/>
                  </a:endParaRPr>
                </a:p>
              </p:txBody>
            </p: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1C9153F1-963A-4726-B20A-59E7F6045B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49938" y="1990967"/>
                  <a:ext cx="0" cy="259775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4" name="Right Triangle 143">
                  <a:extLst>
                    <a:ext uri="{FF2B5EF4-FFF2-40B4-BE49-F238E27FC236}">
                      <a16:creationId xmlns:a16="http://schemas.microsoft.com/office/drawing/2014/main" id="{A8B9C893-B27C-44FD-B0C2-25DB290DD5F4}"/>
                    </a:ext>
                  </a:extLst>
                </p:cNvPr>
                <p:cNvSpPr/>
                <p:nvPr/>
              </p:nvSpPr>
              <p:spPr>
                <a:xfrm rot="16200000">
                  <a:off x="4463816" y="4408602"/>
                  <a:ext cx="182615" cy="177625"/>
                </a:xfrm>
                <a:prstGeom prst="rtTriangl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latin typeface="Arial Narrow" panose="020B0606020202030204" pitchFamily="34" charset="0"/>
                  </a:endParaRPr>
                </a:p>
              </p:txBody>
            </p: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CD051B42-6A3F-4930-BF73-CDF0A54FE8C5}"/>
                    </a:ext>
                  </a:extLst>
                </p:cNvPr>
                <p:cNvCxnSpPr>
                  <a:cxnSpLocks/>
                  <a:endCxn id="146" idx="2"/>
                </p:cNvCxnSpPr>
                <p:nvPr/>
              </p:nvCxnSpPr>
              <p:spPr>
                <a:xfrm flipH="1">
                  <a:off x="4807917" y="1990967"/>
                  <a:ext cx="1548" cy="342364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Arc 145">
                  <a:extLst>
                    <a:ext uri="{FF2B5EF4-FFF2-40B4-BE49-F238E27FC236}">
                      <a16:creationId xmlns:a16="http://schemas.microsoft.com/office/drawing/2014/main" id="{4D7800D9-8197-462A-88EB-9CC5CEB1A48C}"/>
                    </a:ext>
                  </a:extLst>
                </p:cNvPr>
                <p:cNvSpPr/>
                <p:nvPr/>
              </p:nvSpPr>
              <p:spPr>
                <a:xfrm rot="10800000">
                  <a:off x="4807917" y="5043735"/>
                  <a:ext cx="723138" cy="741751"/>
                </a:xfrm>
                <a:prstGeom prst="arc">
                  <a:avLst/>
                </a:prstGeom>
                <a:noFill/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latin typeface="Arial Narrow" panose="020B0606020202030204" pitchFamily="34" charset="0"/>
                  </a:endParaRPr>
                </a:p>
              </p:txBody>
            </p: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85B09C84-F53C-44BB-896C-56E18FA8D8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69485" y="5785487"/>
                  <a:ext cx="109728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8" name="Right Triangle 147">
                  <a:extLst>
                    <a:ext uri="{FF2B5EF4-FFF2-40B4-BE49-F238E27FC236}">
                      <a16:creationId xmlns:a16="http://schemas.microsoft.com/office/drawing/2014/main" id="{743A082C-95F7-4916-9B26-B56D9B439922}"/>
                    </a:ext>
                  </a:extLst>
                </p:cNvPr>
                <p:cNvSpPr/>
                <p:nvPr/>
              </p:nvSpPr>
              <p:spPr>
                <a:xfrm rot="10800000">
                  <a:off x="6092330" y="5789982"/>
                  <a:ext cx="177625" cy="182615"/>
                </a:xfrm>
                <a:prstGeom prst="rtTriangl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>
                    <a:latin typeface="Arial Narrow" panose="020B0606020202030204" pitchFamily="34" charset="0"/>
                  </a:endParaRPr>
                </a:p>
              </p:txBody>
            </p: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B5F44073-C728-43A0-BF57-56848B71E8D0}"/>
                    </a:ext>
                  </a:extLst>
                </p:cNvPr>
                <p:cNvCxnSpPr>
                  <a:cxnSpLocks/>
                  <a:stCxn id="142" idx="0"/>
                </p:cNvCxnSpPr>
                <p:nvPr/>
              </p:nvCxnSpPr>
              <p:spPr>
                <a:xfrm flipH="1">
                  <a:off x="3970336" y="2838659"/>
                  <a:ext cx="33269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23258EC8-F90E-473D-B49F-F2234988092C}"/>
                    </a:ext>
                  </a:extLst>
                </p:cNvPr>
                <p:cNvCxnSpPr>
                  <a:cxnSpLocks/>
                  <a:stCxn id="144" idx="0"/>
                </p:cNvCxnSpPr>
                <p:nvPr/>
              </p:nvCxnSpPr>
              <p:spPr>
                <a:xfrm flipH="1" flipV="1">
                  <a:off x="3968650" y="4588721"/>
                  <a:ext cx="497661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C76C0F9D-F2E8-4D7C-B844-DCF06E5098A1}"/>
                    </a:ext>
                  </a:extLst>
                </p:cNvPr>
                <p:cNvSpPr txBox="1"/>
                <p:nvPr/>
              </p:nvSpPr>
              <p:spPr>
                <a:xfrm>
                  <a:off x="4132541" y="4616554"/>
                  <a:ext cx="623889" cy="217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b="1">
                      <a:latin typeface="Arial Narrow" panose="020B0606020202030204" pitchFamily="34" charset="0"/>
                    </a:rPr>
                    <a:t>8-1/2” Hole</a:t>
                  </a:r>
                  <a:endParaRPr lang="es-AR" sz="800" b="1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1219D84-C7FE-400C-BDEC-52C3407F958A}"/>
                    </a:ext>
                  </a:extLst>
                </p:cNvPr>
                <p:cNvSpPr txBox="1"/>
                <p:nvPr/>
              </p:nvSpPr>
              <p:spPr>
                <a:xfrm>
                  <a:off x="3947342" y="2838660"/>
                  <a:ext cx="646331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b="1">
                      <a:latin typeface="Arial Narrow" panose="020B0606020202030204" pitchFamily="34" charset="0"/>
                    </a:rPr>
                    <a:t>12-1/4”Hole</a:t>
                  </a:r>
                  <a:endParaRPr lang="es-AR" sz="800" b="1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D51BE6B0-9DBD-46E8-AF19-7ACA88261BDA}"/>
                    </a:ext>
                  </a:extLst>
                </p:cNvPr>
                <p:cNvSpPr txBox="1"/>
                <p:nvPr/>
              </p:nvSpPr>
              <p:spPr>
                <a:xfrm>
                  <a:off x="5334135" y="5771034"/>
                  <a:ext cx="623889" cy="217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b="1">
                      <a:latin typeface="Arial Narrow" panose="020B0606020202030204" pitchFamily="34" charset="0"/>
                    </a:rPr>
                    <a:t>6-1/8” Hole</a:t>
                  </a:r>
                  <a:endParaRPr lang="es-AR" sz="800" b="1">
                    <a:latin typeface="Arial Narrow" panose="020B0606020202030204" pitchFamily="34" charset="0"/>
                  </a:endParaRPr>
                </a:p>
              </p:txBody>
            </p:sp>
          </p:grp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B5B5E1B-0EA9-4B2A-B1AF-94457065755E}"/>
                  </a:ext>
                </a:extLst>
              </p:cNvPr>
              <p:cNvSpPr txBox="1"/>
              <p:nvPr/>
            </p:nvSpPr>
            <p:spPr>
              <a:xfrm>
                <a:off x="5096946" y="1750843"/>
                <a:ext cx="2285114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595959"/>
                    </a:solidFill>
                    <a:latin typeface="Arial Narrow" panose="020B0606020202030204" pitchFamily="34" charset="0"/>
                  </a:rPr>
                  <a:t>@Top Kill (Slug &amp; Backfill)</a:t>
                </a:r>
              </a:p>
              <a:p>
                <a:pPr algn="ctr"/>
                <a:r>
                  <a:rPr lang="en-US" sz="1600" b="1" dirty="0">
                    <a:solidFill>
                      <a:srgbClr val="595959"/>
                    </a:solidFill>
                    <a:latin typeface="Arial Narrow" panose="020B0606020202030204" pitchFamily="34" charset="0"/>
                  </a:rPr>
                  <a:t>(MPD)</a:t>
                </a:r>
                <a:endParaRPr lang="es-AR" sz="1600" b="1" dirty="0">
                  <a:solidFill>
                    <a:srgbClr val="595959"/>
                  </a:solidFill>
                  <a:latin typeface="Arial Narrow" panose="020B0606020202030204" pitchFamily="34" charset="0"/>
                </a:endParaRPr>
              </a:p>
            </p:txBody>
          </p:sp>
        </p:grpSp>
      </p:grpSp>
      <p:pic>
        <p:nvPicPr>
          <p:cNvPr id="154" name="Graphic 153">
            <a:extLst>
              <a:ext uri="{FF2B5EF4-FFF2-40B4-BE49-F238E27FC236}">
                <a16:creationId xmlns:a16="http://schemas.microsoft.com/office/drawing/2014/main" id="{8E9D0CF1-7DD5-46A7-8044-FBF08954D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7819" y="2136438"/>
            <a:ext cx="3827809" cy="423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0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56C6B3-D044-4FAC-8B58-17B98512ACC1}"/>
              </a:ext>
            </a:extLst>
          </p:cNvPr>
          <p:cNvSpPr/>
          <p:nvPr/>
        </p:nvSpPr>
        <p:spPr>
          <a:xfrm>
            <a:off x="-28695" y="22288"/>
            <a:ext cx="8326514" cy="491202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89FCC4-99EB-4931-BF84-18E17A79800A}"/>
              </a:ext>
            </a:extLst>
          </p:cNvPr>
          <p:cNvGrpSpPr/>
          <p:nvPr/>
        </p:nvGrpSpPr>
        <p:grpSpPr>
          <a:xfrm>
            <a:off x="-25971" y="100927"/>
            <a:ext cx="8123190" cy="4585933"/>
            <a:chOff x="-25971" y="100927"/>
            <a:chExt cx="8123190" cy="458593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2457AD-FC2A-4728-922D-1E3FD9CF8452}"/>
                </a:ext>
              </a:extLst>
            </p:cNvPr>
            <p:cNvGrpSpPr/>
            <p:nvPr/>
          </p:nvGrpSpPr>
          <p:grpSpPr>
            <a:xfrm>
              <a:off x="2059856" y="100927"/>
              <a:ext cx="2322038" cy="4584101"/>
              <a:chOff x="2059856" y="100927"/>
              <a:chExt cx="2322038" cy="4584101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CC5840FA-069D-4DA7-8F88-1E73D185C0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73004" y="685629"/>
                <a:ext cx="1548" cy="3395234"/>
              </a:xfrm>
              <a:prstGeom prst="line">
                <a:avLst/>
              </a:prstGeom>
              <a:ln w="1047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Arc 100">
                <a:extLst>
                  <a:ext uri="{FF2B5EF4-FFF2-40B4-BE49-F238E27FC236}">
                    <a16:creationId xmlns:a16="http://schemas.microsoft.com/office/drawing/2014/main" id="{C640AC07-3733-41FA-937D-58640CC09650}"/>
                  </a:ext>
                </a:extLst>
              </p:cNvPr>
              <p:cNvSpPr/>
              <p:nvPr/>
            </p:nvSpPr>
            <p:spPr>
              <a:xfrm rot="10800000">
                <a:off x="2977975" y="3713951"/>
                <a:ext cx="623890" cy="718004"/>
              </a:xfrm>
              <a:prstGeom prst="arc">
                <a:avLst/>
              </a:prstGeom>
              <a:noFill/>
              <a:ln w="1047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F6AA6139-E1B0-447F-B51B-428B5CBCEE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9892" y="685630"/>
                <a:ext cx="855382" cy="575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CA73D98A-5F08-4273-A3C4-33D6B4F1B4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92761" y="691381"/>
                <a:ext cx="0" cy="841942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ight Triangle 103">
                <a:extLst>
                  <a:ext uri="{FF2B5EF4-FFF2-40B4-BE49-F238E27FC236}">
                    <a16:creationId xmlns:a16="http://schemas.microsoft.com/office/drawing/2014/main" id="{A977E63C-1CAB-485F-9B41-B4BC37EA6DA7}"/>
                  </a:ext>
                </a:extLst>
              </p:cNvPr>
              <p:cNvSpPr/>
              <p:nvPr/>
            </p:nvSpPr>
            <p:spPr>
              <a:xfrm rot="16200000">
                <a:off x="2412641" y="1353202"/>
                <a:ext cx="182615" cy="177625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D6887878-F72C-45CF-8703-6FCC42AA1C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62452" y="685630"/>
                <a:ext cx="0" cy="2597754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Right Triangle 105">
                <a:extLst>
                  <a:ext uri="{FF2B5EF4-FFF2-40B4-BE49-F238E27FC236}">
                    <a16:creationId xmlns:a16="http://schemas.microsoft.com/office/drawing/2014/main" id="{B850051B-57EB-4E99-AEF4-DCE684830EB1}"/>
                  </a:ext>
                </a:extLst>
              </p:cNvPr>
              <p:cNvSpPr/>
              <p:nvPr/>
            </p:nvSpPr>
            <p:spPr>
              <a:xfrm rot="16200000">
                <a:off x="2576330" y="3103265"/>
                <a:ext cx="182615" cy="177625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B79339F5-C4FD-44E5-AE0C-2D83F9FF69B1}"/>
                  </a:ext>
                </a:extLst>
              </p:cNvPr>
              <p:cNvCxnSpPr>
                <a:cxnSpLocks/>
                <a:endCxn id="108" idx="2"/>
              </p:cNvCxnSpPr>
              <p:nvPr/>
            </p:nvCxnSpPr>
            <p:spPr>
              <a:xfrm flipH="1">
                <a:off x="2920431" y="685630"/>
                <a:ext cx="1548" cy="342364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Arc 107">
                <a:extLst>
                  <a:ext uri="{FF2B5EF4-FFF2-40B4-BE49-F238E27FC236}">
                    <a16:creationId xmlns:a16="http://schemas.microsoft.com/office/drawing/2014/main" id="{02BFFEC8-0DCB-441E-A15A-9B303DA3B12B}"/>
                  </a:ext>
                </a:extLst>
              </p:cNvPr>
              <p:cNvSpPr/>
              <p:nvPr/>
            </p:nvSpPr>
            <p:spPr>
              <a:xfrm rot="10800000">
                <a:off x="2920431" y="3738398"/>
                <a:ext cx="723138" cy="741751"/>
              </a:xfrm>
              <a:prstGeom prst="arc">
                <a:avLst/>
              </a:prstGeom>
              <a:noFill/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CF9FDCD6-A38C-4904-8F3C-3101E6D0B8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81999" y="4480150"/>
                <a:ext cx="1097280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Right Triangle 109">
                <a:extLst>
                  <a:ext uri="{FF2B5EF4-FFF2-40B4-BE49-F238E27FC236}">
                    <a16:creationId xmlns:a16="http://schemas.microsoft.com/office/drawing/2014/main" id="{87B4DE48-6A74-471F-8EC2-B552E91B82EF}"/>
                  </a:ext>
                </a:extLst>
              </p:cNvPr>
              <p:cNvSpPr/>
              <p:nvPr/>
            </p:nvSpPr>
            <p:spPr>
              <a:xfrm rot="10800000">
                <a:off x="4204269" y="4485065"/>
                <a:ext cx="177625" cy="182615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9AD53880-2F15-47C2-B438-5535543FC86C}"/>
                  </a:ext>
                </a:extLst>
              </p:cNvPr>
              <p:cNvCxnSpPr>
                <a:cxnSpLocks/>
                <a:stCxn id="104" idx="0"/>
              </p:cNvCxnSpPr>
              <p:nvPr/>
            </p:nvCxnSpPr>
            <p:spPr>
              <a:xfrm flipH="1">
                <a:off x="2082438" y="1533322"/>
                <a:ext cx="332698" cy="0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22FEAB30-D202-484D-B43E-304719C60BCC}"/>
                  </a:ext>
                </a:extLst>
              </p:cNvPr>
              <p:cNvCxnSpPr>
                <a:cxnSpLocks/>
                <a:stCxn id="106" idx="0"/>
              </p:cNvCxnSpPr>
              <p:nvPr/>
            </p:nvCxnSpPr>
            <p:spPr>
              <a:xfrm flipH="1" flipV="1">
                <a:off x="2081164" y="3283384"/>
                <a:ext cx="497661" cy="1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7B4A6C0A-1AC4-40A7-8719-608222615003}"/>
                  </a:ext>
                </a:extLst>
              </p:cNvPr>
              <p:cNvSpPr txBox="1"/>
              <p:nvPr/>
            </p:nvSpPr>
            <p:spPr>
              <a:xfrm>
                <a:off x="2245055" y="3311217"/>
                <a:ext cx="623889" cy="217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8-1/2” Hole</a:t>
                </a:r>
                <a:endParaRPr lang="es-AR" sz="800" b="1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743DA14-10FC-4E81-A2AB-2DA3CB480D72}"/>
                  </a:ext>
                </a:extLst>
              </p:cNvPr>
              <p:cNvSpPr txBox="1"/>
              <p:nvPr/>
            </p:nvSpPr>
            <p:spPr>
              <a:xfrm>
                <a:off x="2059856" y="1533323"/>
                <a:ext cx="646331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12-1/4”Hole</a:t>
                </a:r>
                <a:endParaRPr lang="es-AR" sz="800" b="1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684418EE-995C-410D-9253-4D8BDA1F0721}"/>
                  </a:ext>
                </a:extLst>
              </p:cNvPr>
              <p:cNvSpPr txBox="1"/>
              <p:nvPr/>
            </p:nvSpPr>
            <p:spPr>
              <a:xfrm>
                <a:off x="3453621" y="4467715"/>
                <a:ext cx="623889" cy="217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b="1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6-1/8” Hole</a:t>
                </a:r>
                <a:endParaRPr lang="es-AR" sz="800" b="1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841A399-D812-463F-A36F-E213FA5FD14A}"/>
                  </a:ext>
                </a:extLst>
              </p:cNvPr>
              <p:cNvSpPr txBox="1"/>
              <p:nvPr/>
            </p:nvSpPr>
            <p:spPr>
              <a:xfrm>
                <a:off x="2171761" y="100927"/>
                <a:ext cx="1467068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FF800E"/>
                    </a:solidFill>
                    <a:latin typeface="Arial Narrow" panose="020B0606020202030204" pitchFamily="34" charset="0"/>
                  </a:rPr>
                  <a:t>@Landing Point</a:t>
                </a:r>
              </a:p>
              <a:p>
                <a:pPr algn="ctr"/>
                <a:r>
                  <a:rPr lang="en-US" sz="1600" b="1" dirty="0">
                    <a:solidFill>
                      <a:srgbClr val="FF800E"/>
                    </a:solidFill>
                    <a:latin typeface="Arial Narrow" panose="020B0606020202030204" pitchFamily="34" charset="0"/>
                  </a:rPr>
                  <a:t>(MPD)</a:t>
                </a:r>
                <a:endParaRPr lang="es-AR" sz="1600" b="1" dirty="0">
                  <a:solidFill>
                    <a:srgbClr val="FF800E"/>
                  </a:solidFill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A07823D-2CAE-48C9-A10E-BECACC4BA048}"/>
                </a:ext>
              </a:extLst>
            </p:cNvPr>
            <p:cNvGrpSpPr/>
            <p:nvPr/>
          </p:nvGrpSpPr>
          <p:grpSpPr>
            <a:xfrm>
              <a:off x="3901970" y="100927"/>
              <a:ext cx="2352560" cy="4579184"/>
              <a:chOff x="3901970" y="100927"/>
              <a:chExt cx="2352560" cy="4579184"/>
            </a:xfrm>
          </p:grpSpPr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78759A5D-8243-4287-8D01-23281EA3BA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0307" y="682730"/>
                <a:ext cx="373" cy="2625588"/>
              </a:xfrm>
              <a:prstGeom prst="line">
                <a:avLst/>
              </a:prstGeom>
              <a:ln w="1047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C36C917B-1106-4B6D-BA27-CBB641D4D5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11953" y="682731"/>
                <a:ext cx="855382" cy="575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3B624479-09BE-4C21-AB3A-4D958EF06F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64822" y="688482"/>
                <a:ext cx="0" cy="841942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Right Triangle 121">
                <a:extLst>
                  <a:ext uri="{FF2B5EF4-FFF2-40B4-BE49-F238E27FC236}">
                    <a16:creationId xmlns:a16="http://schemas.microsoft.com/office/drawing/2014/main" id="{F07FCD32-8E4B-4E03-B0EE-B0CBBEBBB852}"/>
                  </a:ext>
                </a:extLst>
              </p:cNvPr>
              <p:cNvSpPr/>
              <p:nvPr/>
            </p:nvSpPr>
            <p:spPr>
              <a:xfrm rot="16200000">
                <a:off x="4285114" y="1350303"/>
                <a:ext cx="182615" cy="177625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39527BC5-A491-4092-83D5-5F620D1484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34513" y="682731"/>
                <a:ext cx="0" cy="2597754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Right Triangle 123">
                <a:extLst>
                  <a:ext uri="{FF2B5EF4-FFF2-40B4-BE49-F238E27FC236}">
                    <a16:creationId xmlns:a16="http://schemas.microsoft.com/office/drawing/2014/main" id="{A337798A-8729-4F0F-9565-0151DF6B1AB5}"/>
                  </a:ext>
                </a:extLst>
              </p:cNvPr>
              <p:cNvSpPr/>
              <p:nvPr/>
            </p:nvSpPr>
            <p:spPr>
              <a:xfrm rot="16200000">
                <a:off x="4448391" y="3100366"/>
                <a:ext cx="182615" cy="177625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AB3BEB62-01B9-4820-B471-8666FC0A44E0}"/>
                  </a:ext>
                </a:extLst>
              </p:cNvPr>
              <p:cNvCxnSpPr>
                <a:cxnSpLocks/>
                <a:endCxn id="126" idx="2"/>
              </p:cNvCxnSpPr>
              <p:nvPr/>
            </p:nvCxnSpPr>
            <p:spPr>
              <a:xfrm flipH="1">
                <a:off x="4792492" y="682731"/>
                <a:ext cx="1548" cy="342364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Arc 125">
                <a:extLst>
                  <a:ext uri="{FF2B5EF4-FFF2-40B4-BE49-F238E27FC236}">
                    <a16:creationId xmlns:a16="http://schemas.microsoft.com/office/drawing/2014/main" id="{CAB32575-F7C7-4DBD-B5F0-A2713163BF23}"/>
                  </a:ext>
                </a:extLst>
              </p:cNvPr>
              <p:cNvSpPr/>
              <p:nvPr/>
            </p:nvSpPr>
            <p:spPr>
              <a:xfrm rot="10800000">
                <a:off x="4792492" y="3735499"/>
                <a:ext cx="723138" cy="741751"/>
              </a:xfrm>
              <a:prstGeom prst="arc">
                <a:avLst/>
              </a:prstGeom>
              <a:noFill/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FA503C0A-ACE0-483C-9AC6-CB8940BD0F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4060" y="4477251"/>
                <a:ext cx="1097280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Right Triangle 127">
                <a:extLst>
                  <a:ext uri="{FF2B5EF4-FFF2-40B4-BE49-F238E27FC236}">
                    <a16:creationId xmlns:a16="http://schemas.microsoft.com/office/drawing/2014/main" id="{0DF2F1DC-A4A1-4C8D-9C8E-58EAC30AE150}"/>
                  </a:ext>
                </a:extLst>
              </p:cNvPr>
              <p:cNvSpPr/>
              <p:nvPr/>
            </p:nvSpPr>
            <p:spPr>
              <a:xfrm rot="10800000">
                <a:off x="6076905" y="4473120"/>
                <a:ext cx="177625" cy="182615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05365F38-0B53-4AAF-9191-C4E3BDEDF540}"/>
                  </a:ext>
                </a:extLst>
              </p:cNvPr>
              <p:cNvCxnSpPr>
                <a:cxnSpLocks/>
                <a:stCxn id="122" idx="0"/>
              </p:cNvCxnSpPr>
              <p:nvPr/>
            </p:nvCxnSpPr>
            <p:spPr>
              <a:xfrm flipH="1">
                <a:off x="3954911" y="1530423"/>
                <a:ext cx="332698" cy="0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3759B57-939A-4028-90DF-7422E2DA4D63}"/>
                  </a:ext>
                </a:extLst>
              </p:cNvPr>
              <p:cNvCxnSpPr>
                <a:cxnSpLocks/>
                <a:stCxn id="124" idx="0"/>
              </p:cNvCxnSpPr>
              <p:nvPr/>
            </p:nvCxnSpPr>
            <p:spPr>
              <a:xfrm flipH="1" flipV="1">
                <a:off x="3953225" y="3280485"/>
                <a:ext cx="497661" cy="1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637D787-9C61-4A9E-A5F2-AC7FF597FD73}"/>
                  </a:ext>
                </a:extLst>
              </p:cNvPr>
              <p:cNvSpPr txBox="1"/>
              <p:nvPr/>
            </p:nvSpPr>
            <p:spPr>
              <a:xfrm>
                <a:off x="4117116" y="3308318"/>
                <a:ext cx="623889" cy="217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8-1/2” Hole</a:t>
                </a:r>
                <a:endParaRPr lang="es-AR" sz="800" b="1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9E7B700-146C-47B8-8381-EA0CACB33973}"/>
                  </a:ext>
                </a:extLst>
              </p:cNvPr>
              <p:cNvSpPr txBox="1"/>
              <p:nvPr/>
            </p:nvSpPr>
            <p:spPr>
              <a:xfrm>
                <a:off x="3931917" y="1530424"/>
                <a:ext cx="646331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12-1/4”Hole</a:t>
                </a:r>
                <a:endParaRPr lang="es-AR" sz="800" b="1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BF6A15D-4B53-46A8-AF9E-2DD7BDFBF887}"/>
                  </a:ext>
                </a:extLst>
              </p:cNvPr>
              <p:cNvSpPr txBox="1"/>
              <p:nvPr/>
            </p:nvSpPr>
            <p:spPr>
              <a:xfrm>
                <a:off x="5318710" y="4462798"/>
                <a:ext cx="623889" cy="217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6-1/8” Hole</a:t>
                </a:r>
                <a:endParaRPr lang="es-AR" sz="800" b="1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7AF4358E-1E7F-4F9C-825E-4BE6EEB0263E}"/>
                  </a:ext>
                </a:extLst>
              </p:cNvPr>
              <p:cNvSpPr txBox="1"/>
              <p:nvPr/>
            </p:nvSpPr>
            <p:spPr>
              <a:xfrm>
                <a:off x="3901970" y="100927"/>
                <a:ext cx="1410964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ABABAB"/>
                    </a:solidFill>
                    <a:latin typeface="Arial Narrow" panose="020B0606020202030204" pitchFamily="34" charset="0"/>
                  </a:rPr>
                  <a:t>@Casing Shoe</a:t>
                </a:r>
              </a:p>
              <a:p>
                <a:pPr algn="ctr"/>
                <a:r>
                  <a:rPr lang="en-US" sz="1600" b="1" dirty="0">
                    <a:solidFill>
                      <a:srgbClr val="ABABAB"/>
                    </a:solidFill>
                    <a:latin typeface="Arial Narrow" panose="020B0606020202030204" pitchFamily="34" charset="0"/>
                  </a:rPr>
                  <a:t>(MPD)</a:t>
                </a:r>
                <a:endParaRPr lang="es-AR" sz="1600" b="1" dirty="0">
                  <a:solidFill>
                    <a:srgbClr val="ABABAB"/>
                  </a:solidFill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C7E0F32-EC1D-4257-8B29-9F443A50D499}"/>
                </a:ext>
              </a:extLst>
            </p:cNvPr>
            <p:cNvGrpSpPr/>
            <p:nvPr/>
          </p:nvGrpSpPr>
          <p:grpSpPr>
            <a:xfrm>
              <a:off x="-25971" y="100927"/>
              <a:ext cx="2565751" cy="4585933"/>
              <a:chOff x="-25971" y="100927"/>
              <a:chExt cx="2565751" cy="4585933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20E48ED5-D73F-4DBB-9002-CB3EE270CF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34078" y="687461"/>
                <a:ext cx="1548" cy="3395234"/>
              </a:xfrm>
              <a:prstGeom prst="line">
                <a:avLst/>
              </a:prstGeom>
              <a:ln w="1047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FC8EDDA-3BEB-4AEE-AB46-AAA2B15CF4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17680" y="4427099"/>
                <a:ext cx="1122100" cy="0"/>
              </a:xfrm>
              <a:prstGeom prst="line">
                <a:avLst/>
              </a:prstGeom>
              <a:ln w="1047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1494674-4B94-4B5A-AC62-9D635D8A75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4230" y="687462"/>
                <a:ext cx="855382" cy="575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58856C9-8689-4826-88F7-26AA217B3A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7099" y="693213"/>
                <a:ext cx="0" cy="841942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ight Triangle 83">
                <a:extLst>
                  <a:ext uri="{FF2B5EF4-FFF2-40B4-BE49-F238E27FC236}">
                    <a16:creationId xmlns:a16="http://schemas.microsoft.com/office/drawing/2014/main" id="{6EB9DD60-1331-4DFF-8C36-DD1194B7B265}"/>
                  </a:ext>
                </a:extLst>
              </p:cNvPr>
              <p:cNvSpPr/>
              <p:nvPr/>
            </p:nvSpPr>
            <p:spPr>
              <a:xfrm rot="16200000">
                <a:off x="567391" y="1355034"/>
                <a:ext cx="182615" cy="177625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13FF329-615B-4B57-9E93-D05FE9E02E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790" y="687462"/>
                <a:ext cx="0" cy="2597754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Right Triangle 85">
                <a:extLst>
                  <a:ext uri="{FF2B5EF4-FFF2-40B4-BE49-F238E27FC236}">
                    <a16:creationId xmlns:a16="http://schemas.microsoft.com/office/drawing/2014/main" id="{56F55537-513A-4A44-AF5C-C37E842F0EC8}"/>
                  </a:ext>
                </a:extLst>
              </p:cNvPr>
              <p:cNvSpPr/>
              <p:nvPr/>
            </p:nvSpPr>
            <p:spPr>
              <a:xfrm rot="16200000">
                <a:off x="730668" y="3105097"/>
                <a:ext cx="182615" cy="177625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2359BA7D-204E-4FAF-A5B8-4B732B9CADEC}"/>
                  </a:ext>
                </a:extLst>
              </p:cNvPr>
              <p:cNvCxnSpPr>
                <a:cxnSpLocks/>
                <a:endCxn id="88" idx="2"/>
              </p:cNvCxnSpPr>
              <p:nvPr/>
            </p:nvCxnSpPr>
            <p:spPr>
              <a:xfrm flipH="1">
                <a:off x="1074769" y="670210"/>
                <a:ext cx="1548" cy="342364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Arc 87">
                <a:extLst>
                  <a:ext uri="{FF2B5EF4-FFF2-40B4-BE49-F238E27FC236}">
                    <a16:creationId xmlns:a16="http://schemas.microsoft.com/office/drawing/2014/main" id="{9867C21A-4320-4519-AD7F-F6BD50A38139}"/>
                  </a:ext>
                </a:extLst>
              </p:cNvPr>
              <p:cNvSpPr/>
              <p:nvPr/>
            </p:nvSpPr>
            <p:spPr>
              <a:xfrm rot="10800000">
                <a:off x="1074769" y="3722978"/>
                <a:ext cx="723138" cy="741751"/>
              </a:xfrm>
              <a:prstGeom prst="arc">
                <a:avLst/>
              </a:prstGeom>
              <a:noFill/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9C4E2D80-FBD1-4910-A980-2E9AD4D6FB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36337" y="4480880"/>
                <a:ext cx="1097280" cy="1102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ight Triangle 89">
                <a:extLst>
                  <a:ext uri="{FF2B5EF4-FFF2-40B4-BE49-F238E27FC236}">
                    <a16:creationId xmlns:a16="http://schemas.microsoft.com/office/drawing/2014/main" id="{B20B93AA-4427-4846-80A7-D3FFB4999ED0}"/>
                  </a:ext>
                </a:extLst>
              </p:cNvPr>
              <p:cNvSpPr/>
              <p:nvPr/>
            </p:nvSpPr>
            <p:spPr>
              <a:xfrm rot="10800000">
                <a:off x="2351803" y="4486897"/>
                <a:ext cx="177625" cy="182615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0556391D-6543-4FF6-9940-C52D10A8ABFB}"/>
                  </a:ext>
                </a:extLst>
              </p:cNvPr>
              <p:cNvCxnSpPr>
                <a:cxnSpLocks/>
                <a:stCxn id="84" idx="0"/>
              </p:cNvCxnSpPr>
              <p:nvPr/>
            </p:nvCxnSpPr>
            <p:spPr>
              <a:xfrm flipH="1">
                <a:off x="237188" y="1535154"/>
                <a:ext cx="332698" cy="0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AED812F6-5C3B-4A6C-A5A1-5BB4A1EF9E4D}"/>
                  </a:ext>
                </a:extLst>
              </p:cNvPr>
              <p:cNvCxnSpPr>
                <a:cxnSpLocks/>
                <a:stCxn id="86" idx="0"/>
              </p:cNvCxnSpPr>
              <p:nvPr/>
            </p:nvCxnSpPr>
            <p:spPr>
              <a:xfrm flipH="1">
                <a:off x="235503" y="3285217"/>
                <a:ext cx="497660" cy="0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38D0031-4CCA-4E2B-8EF3-4001217070A3}"/>
                  </a:ext>
                </a:extLst>
              </p:cNvPr>
              <p:cNvSpPr txBox="1"/>
              <p:nvPr/>
            </p:nvSpPr>
            <p:spPr>
              <a:xfrm>
                <a:off x="399393" y="3313049"/>
                <a:ext cx="623889" cy="217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8-1/2” Hole</a:t>
                </a:r>
                <a:endParaRPr lang="es-AR" sz="800" b="1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4FB03D1-C035-40CD-9E88-026C7E02FFBD}"/>
                  </a:ext>
                </a:extLst>
              </p:cNvPr>
              <p:cNvSpPr txBox="1"/>
              <p:nvPr/>
            </p:nvSpPr>
            <p:spPr>
              <a:xfrm>
                <a:off x="214194" y="1535155"/>
                <a:ext cx="646331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12-1/4”Hole</a:t>
                </a:r>
                <a:endParaRPr lang="es-AR" sz="800" b="1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8D57596-6BF4-47BD-AB02-3BFBAF434A4B}"/>
                  </a:ext>
                </a:extLst>
              </p:cNvPr>
              <p:cNvSpPr txBox="1"/>
              <p:nvPr/>
            </p:nvSpPr>
            <p:spPr>
              <a:xfrm>
                <a:off x="1660531" y="4469547"/>
                <a:ext cx="623889" cy="217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6-1/8” Hole</a:t>
                </a:r>
                <a:endParaRPr lang="es-AR" sz="800" b="1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D6F4814-36A7-4F3D-883E-6EF9B429C463}"/>
                  </a:ext>
                </a:extLst>
              </p:cNvPr>
              <p:cNvSpPr txBox="1"/>
              <p:nvPr/>
            </p:nvSpPr>
            <p:spPr>
              <a:xfrm>
                <a:off x="-25971" y="100927"/>
                <a:ext cx="199453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006BA4"/>
                    </a:solidFill>
                    <a:latin typeface="Arial Narrow" panose="020B0606020202030204" pitchFamily="34" charset="0"/>
                  </a:rPr>
                  <a:t>@TD </a:t>
                </a:r>
              </a:p>
              <a:p>
                <a:pPr algn="ctr"/>
                <a:r>
                  <a:rPr lang="en-US" sz="1600" b="1" dirty="0">
                    <a:solidFill>
                      <a:srgbClr val="006BA4"/>
                    </a:solidFill>
                    <a:latin typeface="Arial Narrow" panose="020B0606020202030204" pitchFamily="34" charset="0"/>
                  </a:rPr>
                  <a:t>(Conventional</a:t>
                </a:r>
                <a:r>
                  <a:rPr lang="es-AR" sz="1600" b="1" dirty="0">
                    <a:solidFill>
                      <a:srgbClr val="006BA4"/>
                    </a:solidFill>
                    <a:latin typeface="Arial Narrow" panose="020B0606020202030204" pitchFamily="34" charset="0"/>
                  </a:rPr>
                  <a:t>)</a:t>
                </a:r>
              </a:p>
            </p:txBody>
          </p: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5EE219AC-95E7-4895-94EE-D64CE05A42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465" y="3962321"/>
                <a:ext cx="402233" cy="0"/>
              </a:xfrm>
              <a:prstGeom prst="line">
                <a:avLst/>
              </a:prstGeom>
              <a:ln w="1047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8540936D-AC29-4E46-8289-11D5418A4587}"/>
                  </a:ext>
                </a:extLst>
              </p:cNvPr>
              <p:cNvSpPr txBox="1"/>
              <p:nvPr/>
            </p:nvSpPr>
            <p:spPr>
              <a:xfrm>
                <a:off x="115861" y="4032778"/>
                <a:ext cx="61088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Kill Mud</a:t>
                </a:r>
              </a:p>
            </p:txBody>
          </p: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id="{D049EC34-2E78-457C-A5F4-6947172A0FF1}"/>
                  </a:ext>
                </a:extLst>
              </p:cNvPr>
              <p:cNvSpPr/>
              <p:nvPr/>
            </p:nvSpPr>
            <p:spPr>
              <a:xfrm rot="10800000">
                <a:off x="1132566" y="3725940"/>
                <a:ext cx="640357" cy="684932"/>
              </a:xfrm>
              <a:prstGeom prst="arc">
                <a:avLst/>
              </a:prstGeom>
              <a:noFill/>
              <a:ln w="1047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3FBB552-E073-423B-BFF5-B6B3B3C064D9}"/>
                </a:ext>
              </a:extLst>
            </p:cNvPr>
            <p:cNvGrpSpPr/>
            <p:nvPr/>
          </p:nvGrpSpPr>
          <p:grpSpPr>
            <a:xfrm>
              <a:off x="5341109" y="100927"/>
              <a:ext cx="2756110" cy="4583913"/>
              <a:chOff x="5341109" y="100927"/>
              <a:chExt cx="2756110" cy="4583913"/>
            </a:xfrm>
          </p:grpSpPr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BB8E6C1E-821D-4520-913C-A5CE04D1EA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2996" y="687459"/>
                <a:ext cx="0" cy="665077"/>
              </a:xfrm>
              <a:prstGeom prst="line">
                <a:avLst/>
              </a:prstGeom>
              <a:ln w="1047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34444945-FC76-4886-AE45-E5AB901EAB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54642" y="687460"/>
                <a:ext cx="855382" cy="575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8EBC89C0-43F5-48A9-A22D-997B55B29F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07511" y="693211"/>
                <a:ext cx="0" cy="841942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Right Triangle 141">
                <a:extLst>
                  <a:ext uri="{FF2B5EF4-FFF2-40B4-BE49-F238E27FC236}">
                    <a16:creationId xmlns:a16="http://schemas.microsoft.com/office/drawing/2014/main" id="{99591469-DC74-48B0-899E-8708839FE0CF}"/>
                  </a:ext>
                </a:extLst>
              </p:cNvPr>
              <p:cNvSpPr/>
              <p:nvPr/>
            </p:nvSpPr>
            <p:spPr>
              <a:xfrm rot="16200000">
                <a:off x="6127803" y="1355032"/>
                <a:ext cx="182615" cy="177625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1C9153F1-963A-4726-B20A-59E7F6045B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77202" y="687460"/>
                <a:ext cx="0" cy="2597754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Right Triangle 143">
                <a:extLst>
                  <a:ext uri="{FF2B5EF4-FFF2-40B4-BE49-F238E27FC236}">
                    <a16:creationId xmlns:a16="http://schemas.microsoft.com/office/drawing/2014/main" id="{A8B9C893-B27C-44FD-B0C2-25DB290DD5F4}"/>
                  </a:ext>
                </a:extLst>
              </p:cNvPr>
              <p:cNvSpPr/>
              <p:nvPr/>
            </p:nvSpPr>
            <p:spPr>
              <a:xfrm rot="16200000">
                <a:off x="6291080" y="3105095"/>
                <a:ext cx="182615" cy="177625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CD051B42-6A3F-4930-BF73-CDF0A54FE8C5}"/>
                  </a:ext>
                </a:extLst>
              </p:cNvPr>
              <p:cNvCxnSpPr>
                <a:cxnSpLocks/>
                <a:endCxn id="146" idx="2"/>
              </p:cNvCxnSpPr>
              <p:nvPr/>
            </p:nvCxnSpPr>
            <p:spPr>
              <a:xfrm flipH="1">
                <a:off x="6635181" y="687460"/>
                <a:ext cx="1548" cy="342364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Arc 145">
                <a:extLst>
                  <a:ext uri="{FF2B5EF4-FFF2-40B4-BE49-F238E27FC236}">
                    <a16:creationId xmlns:a16="http://schemas.microsoft.com/office/drawing/2014/main" id="{4D7800D9-8197-462A-88EB-9CC5CEB1A48C}"/>
                  </a:ext>
                </a:extLst>
              </p:cNvPr>
              <p:cNvSpPr/>
              <p:nvPr/>
            </p:nvSpPr>
            <p:spPr>
              <a:xfrm rot="10800000">
                <a:off x="6635181" y="3740228"/>
                <a:ext cx="723138" cy="741751"/>
              </a:xfrm>
              <a:prstGeom prst="arc">
                <a:avLst/>
              </a:prstGeom>
              <a:noFill/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85B09C84-F53C-44BB-896C-56E18FA8D8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96749" y="4481980"/>
                <a:ext cx="1097280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Right Triangle 147">
                <a:extLst>
                  <a:ext uri="{FF2B5EF4-FFF2-40B4-BE49-F238E27FC236}">
                    <a16:creationId xmlns:a16="http://schemas.microsoft.com/office/drawing/2014/main" id="{743A082C-95F7-4916-9B26-B56D9B439922}"/>
                  </a:ext>
                </a:extLst>
              </p:cNvPr>
              <p:cNvSpPr/>
              <p:nvPr/>
            </p:nvSpPr>
            <p:spPr>
              <a:xfrm rot="10800000">
                <a:off x="7919594" y="4486475"/>
                <a:ext cx="177625" cy="182615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B5F44073-C728-43A0-BF57-56848B71E8D0}"/>
                  </a:ext>
                </a:extLst>
              </p:cNvPr>
              <p:cNvCxnSpPr>
                <a:cxnSpLocks/>
                <a:stCxn id="142" idx="0"/>
              </p:cNvCxnSpPr>
              <p:nvPr/>
            </p:nvCxnSpPr>
            <p:spPr>
              <a:xfrm flipH="1">
                <a:off x="5797600" y="1535152"/>
                <a:ext cx="332698" cy="0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23258EC8-F90E-473D-B49F-F2234988092C}"/>
                  </a:ext>
                </a:extLst>
              </p:cNvPr>
              <p:cNvCxnSpPr>
                <a:cxnSpLocks/>
                <a:stCxn id="144" idx="0"/>
              </p:cNvCxnSpPr>
              <p:nvPr/>
            </p:nvCxnSpPr>
            <p:spPr>
              <a:xfrm flipH="1" flipV="1">
                <a:off x="5795914" y="3285214"/>
                <a:ext cx="497661" cy="1"/>
              </a:xfrm>
              <a:prstGeom prst="line">
                <a:avLst/>
              </a:prstGeom>
              <a:ln w="12700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C76C0F9D-F2E8-4D7C-B844-DCF06E5098A1}"/>
                  </a:ext>
                </a:extLst>
              </p:cNvPr>
              <p:cNvSpPr txBox="1"/>
              <p:nvPr/>
            </p:nvSpPr>
            <p:spPr>
              <a:xfrm>
                <a:off x="5959805" y="3313047"/>
                <a:ext cx="623889" cy="217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8-1/2” Hole</a:t>
                </a:r>
                <a:endParaRPr lang="es-AR" sz="800" b="1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91219D84-C7FE-400C-BDEC-52C3407F958A}"/>
                  </a:ext>
                </a:extLst>
              </p:cNvPr>
              <p:cNvSpPr txBox="1"/>
              <p:nvPr/>
            </p:nvSpPr>
            <p:spPr>
              <a:xfrm>
                <a:off x="5774606" y="1535153"/>
                <a:ext cx="646331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12-1/4”Hole</a:t>
                </a:r>
                <a:endParaRPr lang="es-AR" sz="800" b="1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D51BE6B0-9DBD-46E8-AF19-7ACA88261BDA}"/>
                  </a:ext>
                </a:extLst>
              </p:cNvPr>
              <p:cNvSpPr txBox="1"/>
              <p:nvPr/>
            </p:nvSpPr>
            <p:spPr>
              <a:xfrm>
                <a:off x="7161399" y="4467527"/>
                <a:ext cx="623889" cy="217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6-1/8” Hole</a:t>
                </a:r>
                <a:endParaRPr lang="es-AR" sz="800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B5B5E1B-0EA9-4B2A-B1AF-94457065755E}"/>
                  </a:ext>
                </a:extLst>
              </p:cNvPr>
              <p:cNvSpPr txBox="1"/>
              <p:nvPr/>
            </p:nvSpPr>
            <p:spPr>
              <a:xfrm>
                <a:off x="5341109" y="100927"/>
                <a:ext cx="2285114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595959"/>
                    </a:solidFill>
                    <a:latin typeface="Arial Narrow" panose="020B0606020202030204" pitchFamily="34" charset="0"/>
                  </a:rPr>
                  <a:t>@Top Kill (Slug &amp; Backfill)</a:t>
                </a:r>
              </a:p>
              <a:p>
                <a:pPr algn="ctr"/>
                <a:r>
                  <a:rPr lang="en-US" sz="1600" b="1" dirty="0">
                    <a:solidFill>
                      <a:srgbClr val="595959"/>
                    </a:solidFill>
                    <a:latin typeface="Arial Narrow" panose="020B0606020202030204" pitchFamily="34" charset="0"/>
                  </a:rPr>
                  <a:t>(MPD)</a:t>
                </a:r>
                <a:endParaRPr lang="es-AR" sz="1600" b="1" dirty="0">
                  <a:solidFill>
                    <a:srgbClr val="595959"/>
                  </a:solidFill>
                  <a:latin typeface="Arial Narrow" panose="020B0606020202030204" pitchFamily="34" charset="0"/>
                </a:endParaRPr>
              </a:p>
            </p:txBody>
          </p:sp>
        </p:grpSp>
      </p:grpSp>
      <p:pic>
        <p:nvPicPr>
          <p:cNvPr id="154" name="Graphic 153">
            <a:extLst>
              <a:ext uri="{FF2B5EF4-FFF2-40B4-BE49-F238E27FC236}">
                <a16:creationId xmlns:a16="http://schemas.microsoft.com/office/drawing/2014/main" id="{8E9D0CF1-7DD5-46A7-8044-FBF08954D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7951" y="2102920"/>
            <a:ext cx="3827809" cy="423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69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45CE6493177D43BFA330CB5C9C979B" ma:contentTypeVersion="14" ma:contentTypeDescription="Create a new document." ma:contentTypeScope="" ma:versionID="6f4b3e98bba83d995c5987b171570fdc">
  <xsd:schema xmlns:xsd="http://www.w3.org/2001/XMLSchema" xmlns:xs="http://www.w3.org/2001/XMLSchema" xmlns:p="http://schemas.microsoft.com/office/2006/metadata/properties" xmlns:ns3="c3511a7c-6c3d-4280-8a7c-d8ec1dbc952d" xmlns:ns4="4c4ac3c0-85cc-44d7-a398-645b0ac0060b" targetNamespace="http://schemas.microsoft.com/office/2006/metadata/properties" ma:root="true" ma:fieldsID="e48256354809a93470ab5addd09c0e29" ns3:_="" ns4:_="">
    <xsd:import namespace="c3511a7c-6c3d-4280-8a7c-d8ec1dbc952d"/>
    <xsd:import namespace="4c4ac3c0-85cc-44d7-a398-645b0ac0060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511a7c-6c3d-4280-8a7c-d8ec1dbc95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4ac3c0-85cc-44d7-a398-645b0ac0060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3511a7c-6c3d-4280-8a7c-d8ec1dbc952d" xsi:nil="true"/>
  </documentManagement>
</p:properties>
</file>

<file path=customXml/itemProps1.xml><?xml version="1.0" encoding="utf-8"?>
<ds:datastoreItem xmlns:ds="http://schemas.openxmlformats.org/officeDocument/2006/customXml" ds:itemID="{0900AF11-06DA-47D3-BC81-04F9980268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511a7c-6c3d-4280-8a7c-d8ec1dbc952d"/>
    <ds:schemaRef ds:uri="4c4ac3c0-85cc-44d7-a398-645b0ac006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ED3A41-3E0D-4F46-A82A-770D0466C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BF61A6-36F8-4AF7-9E57-6B629A662959}">
  <ds:schemaRefs>
    <ds:schemaRef ds:uri="4c4ac3c0-85cc-44d7-a398-645b0ac0060b"/>
    <ds:schemaRef ds:uri="http://purl.org/dc/dcmitype/"/>
    <ds:schemaRef ds:uri="http://schemas.microsoft.com/office/2006/metadata/properties"/>
    <ds:schemaRef ds:uri="http://purl.org/dc/terms/"/>
    <ds:schemaRef ds:uri="http://schemas.openxmlformats.org/package/2006/metadata/core-properties"/>
    <ds:schemaRef ds:uri="c3511a7c-6c3d-4280-8a7c-d8ec1dbc952d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132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Callerio, Santiago</dc:creator>
  <cp:lastModifiedBy>Callerio, Santiago</cp:lastModifiedBy>
  <cp:revision>2</cp:revision>
  <dcterms:created xsi:type="dcterms:W3CDTF">2025-08-13T04:38:15Z</dcterms:created>
  <dcterms:modified xsi:type="dcterms:W3CDTF">2025-09-02T04:21:58Z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0x010100EA45CE6493177D43BFA330CB5C9C979B</vt:lpwstr>
  </property>
</Properties>
</file>